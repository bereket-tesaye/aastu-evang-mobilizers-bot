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76" r:id="rId4"/>
    <p:sldId id="277" r:id="rId5"/>
    <p:sldId id="268" r:id="rId6"/>
    <p:sldId id="269" r:id="rId7"/>
    <p:sldId id="258" r:id="rId8"/>
    <p:sldId id="278" r:id="rId9"/>
    <p:sldId id="279" r:id="rId10"/>
    <p:sldId id="280" r:id="rId11"/>
    <p:sldId id="259" r:id="rId12"/>
    <p:sldId id="281" r:id="rId13"/>
    <p:sldId id="260" r:id="rId14"/>
    <p:sldId id="263" r:id="rId15"/>
    <p:sldId id="283" r:id="rId16"/>
    <p:sldId id="282" r:id="rId17"/>
    <p:sldId id="267" r:id="rId18"/>
    <p:sldId id="261" r:id="rId19"/>
    <p:sldId id="275" r:id="rId20"/>
    <p:sldId id="284" r:id="rId21"/>
    <p:sldId id="285" r:id="rId22"/>
    <p:sldId id="262" r:id="rId23"/>
    <p:sldId id="270" r:id="rId24"/>
    <p:sldId id="271" r:id="rId25"/>
    <p:sldId id="272" r:id="rId26"/>
    <p:sldId id="273" r:id="rId27"/>
    <p:sldId id="274" r:id="rId2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9" d="100"/>
          <a:sy n="69" d="100"/>
        </p:scale>
        <p:origin x="-1416" y="-14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20E0DB7A-88EC-44A5-B8D4-1CB7FBAD994B}" type="datetimeFigureOut">
              <a:rPr lang="en-US" smtClean="0"/>
              <a:t>17-Aug-25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D9D5772-AA98-48C7-BA4D-138CF9D2EE76}" type="slidenum">
              <a:rPr lang="en-US" smtClean="0"/>
              <a:t>‹#›</a:t>
            </a:fld>
            <a:endParaRPr lang="en-US"/>
          </a:p>
        </p:txBody>
      </p:sp>
    </p:spTree>
    <p:extLst>
      <p:ext uri="{BB962C8B-B14F-4D97-AF65-F5344CB8AC3E}">
        <p14:creationId xmlns:p14="http://schemas.microsoft.com/office/powerpoint/2010/main" val="27502016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0E0DB7A-88EC-44A5-B8D4-1CB7FBAD994B}" type="datetimeFigureOut">
              <a:rPr lang="en-US" smtClean="0"/>
              <a:t>17-Aug-25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D9D5772-AA98-48C7-BA4D-138CF9D2EE76}" type="slidenum">
              <a:rPr lang="en-US" smtClean="0"/>
              <a:t>‹#›</a:t>
            </a:fld>
            <a:endParaRPr lang="en-US"/>
          </a:p>
        </p:txBody>
      </p:sp>
    </p:spTree>
    <p:extLst>
      <p:ext uri="{BB962C8B-B14F-4D97-AF65-F5344CB8AC3E}">
        <p14:creationId xmlns:p14="http://schemas.microsoft.com/office/powerpoint/2010/main" val="8729404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0E0DB7A-88EC-44A5-B8D4-1CB7FBAD994B}" type="datetimeFigureOut">
              <a:rPr lang="en-US" smtClean="0"/>
              <a:t>17-Aug-25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D9D5772-AA98-48C7-BA4D-138CF9D2EE76}" type="slidenum">
              <a:rPr lang="en-US" smtClean="0"/>
              <a:t>‹#›</a:t>
            </a:fld>
            <a:endParaRPr lang="en-US"/>
          </a:p>
        </p:txBody>
      </p:sp>
    </p:spTree>
    <p:extLst>
      <p:ext uri="{BB962C8B-B14F-4D97-AF65-F5344CB8AC3E}">
        <p14:creationId xmlns:p14="http://schemas.microsoft.com/office/powerpoint/2010/main" val="35890713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20E0DB7A-88EC-44A5-B8D4-1CB7FBAD994B}" type="datetimeFigureOut">
              <a:rPr lang="en-US" smtClean="0"/>
              <a:t>17-Aug-25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D9D5772-AA98-48C7-BA4D-138CF9D2EE76}" type="slidenum">
              <a:rPr lang="en-US" smtClean="0"/>
              <a:t>‹#›</a:t>
            </a:fld>
            <a:endParaRPr lang="en-US"/>
          </a:p>
        </p:txBody>
      </p:sp>
    </p:spTree>
    <p:extLst>
      <p:ext uri="{BB962C8B-B14F-4D97-AF65-F5344CB8AC3E}">
        <p14:creationId xmlns:p14="http://schemas.microsoft.com/office/powerpoint/2010/main" val="8312645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20E0DB7A-88EC-44A5-B8D4-1CB7FBAD994B}" type="datetimeFigureOut">
              <a:rPr lang="en-US" smtClean="0"/>
              <a:t>17-Aug-25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D9D5772-AA98-48C7-BA4D-138CF9D2EE76}" type="slidenum">
              <a:rPr lang="en-US" smtClean="0"/>
              <a:t>‹#›</a:t>
            </a:fld>
            <a:endParaRPr lang="en-US"/>
          </a:p>
        </p:txBody>
      </p:sp>
    </p:spTree>
    <p:extLst>
      <p:ext uri="{BB962C8B-B14F-4D97-AF65-F5344CB8AC3E}">
        <p14:creationId xmlns:p14="http://schemas.microsoft.com/office/powerpoint/2010/main" val="40265079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20E0DB7A-88EC-44A5-B8D4-1CB7FBAD994B}" type="datetimeFigureOut">
              <a:rPr lang="en-US" smtClean="0"/>
              <a:t>17-Aug-25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D9D5772-AA98-48C7-BA4D-138CF9D2EE76}" type="slidenum">
              <a:rPr lang="en-US" smtClean="0"/>
              <a:t>‹#›</a:t>
            </a:fld>
            <a:endParaRPr lang="en-US"/>
          </a:p>
        </p:txBody>
      </p:sp>
    </p:spTree>
    <p:extLst>
      <p:ext uri="{BB962C8B-B14F-4D97-AF65-F5344CB8AC3E}">
        <p14:creationId xmlns:p14="http://schemas.microsoft.com/office/powerpoint/2010/main" val="28327355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0E0DB7A-88EC-44A5-B8D4-1CB7FBAD994B}" type="datetimeFigureOut">
              <a:rPr lang="en-US" smtClean="0"/>
              <a:t>17-Aug-25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D9D5772-AA98-48C7-BA4D-138CF9D2EE76}" type="slidenum">
              <a:rPr lang="en-US" smtClean="0"/>
              <a:t>‹#›</a:t>
            </a:fld>
            <a:endParaRPr lang="en-US"/>
          </a:p>
        </p:txBody>
      </p:sp>
    </p:spTree>
    <p:extLst>
      <p:ext uri="{BB962C8B-B14F-4D97-AF65-F5344CB8AC3E}">
        <p14:creationId xmlns:p14="http://schemas.microsoft.com/office/powerpoint/2010/main" val="34011946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0E0DB7A-88EC-44A5-B8D4-1CB7FBAD994B}" type="datetimeFigureOut">
              <a:rPr lang="en-US" smtClean="0"/>
              <a:t>17-Aug-25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D9D5772-AA98-48C7-BA4D-138CF9D2EE76}" type="slidenum">
              <a:rPr lang="en-US" smtClean="0"/>
              <a:t>‹#›</a:t>
            </a:fld>
            <a:endParaRPr lang="en-US"/>
          </a:p>
        </p:txBody>
      </p:sp>
    </p:spTree>
    <p:extLst>
      <p:ext uri="{BB962C8B-B14F-4D97-AF65-F5344CB8AC3E}">
        <p14:creationId xmlns:p14="http://schemas.microsoft.com/office/powerpoint/2010/main" val="31046216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0E0DB7A-88EC-44A5-B8D4-1CB7FBAD994B}" type="datetimeFigureOut">
              <a:rPr lang="en-US" smtClean="0"/>
              <a:t>17-Aug-25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D9D5772-AA98-48C7-BA4D-138CF9D2EE76}" type="slidenum">
              <a:rPr lang="en-US" smtClean="0"/>
              <a:t>‹#›</a:t>
            </a:fld>
            <a:endParaRPr lang="en-US"/>
          </a:p>
        </p:txBody>
      </p:sp>
    </p:spTree>
    <p:extLst>
      <p:ext uri="{BB962C8B-B14F-4D97-AF65-F5344CB8AC3E}">
        <p14:creationId xmlns:p14="http://schemas.microsoft.com/office/powerpoint/2010/main" val="33558006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0E0DB7A-88EC-44A5-B8D4-1CB7FBAD994B}" type="datetimeFigureOut">
              <a:rPr lang="en-US" smtClean="0"/>
              <a:t>17-Aug-25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D9D5772-AA98-48C7-BA4D-138CF9D2EE76}" type="slidenum">
              <a:rPr lang="en-US" smtClean="0"/>
              <a:t>‹#›</a:t>
            </a:fld>
            <a:endParaRPr lang="en-US"/>
          </a:p>
        </p:txBody>
      </p:sp>
    </p:spTree>
    <p:extLst>
      <p:ext uri="{BB962C8B-B14F-4D97-AF65-F5344CB8AC3E}">
        <p14:creationId xmlns:p14="http://schemas.microsoft.com/office/powerpoint/2010/main" val="2826742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0E0DB7A-88EC-44A5-B8D4-1CB7FBAD994B}" type="datetimeFigureOut">
              <a:rPr lang="en-US" smtClean="0"/>
              <a:t>17-Aug-25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D9D5772-AA98-48C7-BA4D-138CF9D2EE76}" type="slidenum">
              <a:rPr lang="en-US" smtClean="0"/>
              <a:t>‹#›</a:t>
            </a:fld>
            <a:endParaRPr lang="en-US"/>
          </a:p>
        </p:txBody>
      </p:sp>
    </p:spTree>
    <p:extLst>
      <p:ext uri="{BB962C8B-B14F-4D97-AF65-F5344CB8AC3E}">
        <p14:creationId xmlns:p14="http://schemas.microsoft.com/office/powerpoint/2010/main" val="4198450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0E0DB7A-88EC-44A5-B8D4-1CB7FBAD994B}" type="datetimeFigureOut">
              <a:rPr lang="en-US" smtClean="0"/>
              <a:t>17-Aug-25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D9D5772-AA98-48C7-BA4D-138CF9D2EE76}" type="slidenum">
              <a:rPr lang="en-US" smtClean="0"/>
              <a:t>‹#›</a:t>
            </a:fld>
            <a:endParaRPr lang="en-US"/>
          </a:p>
        </p:txBody>
      </p:sp>
    </p:spTree>
    <p:extLst>
      <p:ext uri="{BB962C8B-B14F-4D97-AF65-F5344CB8AC3E}">
        <p14:creationId xmlns:p14="http://schemas.microsoft.com/office/powerpoint/2010/main" val="14572336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 y="1143001"/>
            <a:ext cx="8686800" cy="2457450"/>
          </a:xfrm>
        </p:spPr>
        <p:txBody>
          <a:bodyPr>
            <a:normAutofit/>
          </a:bodyPr>
          <a:lstStyle/>
          <a:p>
            <a:r>
              <a:rPr lang="en-US" sz="3600" dirty="0" err="1" smtClean="0">
                <a:solidFill>
                  <a:srgbClr val="C00000"/>
                </a:solidFill>
                <a:latin typeface="Power Geez Unicode1" panose="00000400000000000000" pitchFamily="2" charset="0"/>
              </a:rPr>
              <a:t>የስላሴ</a:t>
            </a:r>
            <a:r>
              <a:rPr lang="en-US" sz="3600" dirty="0" smtClean="0">
                <a:solidFill>
                  <a:srgbClr val="C00000"/>
                </a:solidFill>
                <a:latin typeface="Power Geez Unicode1" panose="00000400000000000000" pitchFamily="2" charset="0"/>
              </a:rPr>
              <a:t> </a:t>
            </a:r>
            <a:r>
              <a:rPr lang="en-US" sz="3600" dirty="0" err="1" smtClean="0">
                <a:solidFill>
                  <a:srgbClr val="C00000"/>
                </a:solidFill>
                <a:latin typeface="Power Geez Unicode1" panose="00000400000000000000" pitchFamily="2" charset="0"/>
              </a:rPr>
              <a:t>አስተምሮና</a:t>
            </a:r>
            <a:r>
              <a:rPr lang="en-US" sz="3600" dirty="0" smtClean="0">
                <a:solidFill>
                  <a:srgbClr val="C00000"/>
                </a:solidFill>
                <a:latin typeface="Power Geez Unicode1" panose="00000400000000000000" pitchFamily="2" charset="0"/>
              </a:rPr>
              <a:t> </a:t>
            </a:r>
            <a:r>
              <a:rPr lang="en-US" sz="3600" dirty="0" err="1" smtClean="0">
                <a:solidFill>
                  <a:srgbClr val="C00000"/>
                </a:solidFill>
                <a:latin typeface="Power Geez Unicode1" panose="00000400000000000000" pitchFamily="2" charset="0"/>
              </a:rPr>
              <a:t>የሙስሊሞች</a:t>
            </a:r>
            <a:r>
              <a:rPr lang="en-US" sz="3600" dirty="0" smtClean="0">
                <a:solidFill>
                  <a:srgbClr val="C00000"/>
                </a:solidFill>
                <a:latin typeface="Power Geez Unicode1" panose="00000400000000000000" pitchFamily="2" charset="0"/>
              </a:rPr>
              <a:t> </a:t>
            </a:r>
            <a:r>
              <a:rPr lang="en-US" sz="3600" dirty="0" err="1" smtClean="0">
                <a:solidFill>
                  <a:srgbClr val="C00000"/>
                </a:solidFill>
                <a:latin typeface="Power Geez Unicode1" panose="00000400000000000000" pitchFamily="2" charset="0"/>
              </a:rPr>
              <a:t>ተቃውሞ</a:t>
            </a:r>
            <a:endParaRPr lang="en-US" sz="3600" dirty="0">
              <a:solidFill>
                <a:srgbClr val="C00000"/>
              </a:solidFill>
              <a:latin typeface="Power Geez Unicode1" panose="00000400000000000000" pitchFamily="2" charset="0"/>
            </a:endParaRPr>
          </a:p>
        </p:txBody>
      </p:sp>
      <p:sp>
        <p:nvSpPr>
          <p:cNvPr id="3" name="Subtitle 2"/>
          <p:cNvSpPr>
            <a:spLocks noGrp="1"/>
          </p:cNvSpPr>
          <p:nvPr>
            <p:ph type="subTitle" idx="1"/>
          </p:nvPr>
        </p:nvSpPr>
        <p:spPr/>
        <p:txBody>
          <a:bodyPr/>
          <a:lstStyle/>
          <a:p>
            <a:r>
              <a:rPr lang="en-US" b="1" dirty="0" err="1" smtClean="0">
                <a:solidFill>
                  <a:srgbClr val="00B050"/>
                </a:solidFill>
                <a:latin typeface="Power Geez Unicode1" panose="00000400000000000000" pitchFamily="2" charset="0"/>
              </a:rPr>
              <a:t>ክፍል</a:t>
            </a:r>
            <a:r>
              <a:rPr lang="en-US" b="1" dirty="0" smtClean="0">
                <a:solidFill>
                  <a:srgbClr val="00B050"/>
                </a:solidFill>
                <a:latin typeface="Power Geez Unicode1" panose="00000400000000000000" pitchFamily="2" charset="0"/>
              </a:rPr>
              <a:t> 7</a:t>
            </a:r>
            <a:endParaRPr lang="en-US" b="1" dirty="0">
              <a:solidFill>
                <a:srgbClr val="00B050"/>
              </a:solidFill>
              <a:latin typeface="Power Geez Unicode1" panose="00000400000000000000" pitchFamily="2" charset="0"/>
            </a:endParaRPr>
          </a:p>
        </p:txBody>
      </p:sp>
    </p:spTree>
    <p:extLst>
      <p:ext uri="{BB962C8B-B14F-4D97-AF65-F5344CB8AC3E}">
        <p14:creationId xmlns:p14="http://schemas.microsoft.com/office/powerpoint/2010/main" val="25269266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flipV="1">
            <a:off x="457200" y="0"/>
            <a:ext cx="8229600" cy="152400"/>
          </a:xfrm>
        </p:spPr>
        <p:txBody>
          <a:bodyPr>
            <a:normAutofit fontScale="90000"/>
          </a:bodyPr>
          <a:lstStyle/>
          <a:p>
            <a:endParaRPr lang="en-US" dirty="0"/>
          </a:p>
        </p:txBody>
      </p:sp>
      <p:sp>
        <p:nvSpPr>
          <p:cNvPr id="3" name="Content Placeholder 2"/>
          <p:cNvSpPr>
            <a:spLocks noGrp="1"/>
          </p:cNvSpPr>
          <p:nvPr>
            <p:ph idx="1"/>
          </p:nvPr>
        </p:nvSpPr>
        <p:spPr>
          <a:xfrm>
            <a:off x="76200" y="228600"/>
            <a:ext cx="8915400" cy="6477000"/>
          </a:xfrm>
        </p:spPr>
        <p:txBody>
          <a:bodyPr>
            <a:normAutofit fontScale="85000" lnSpcReduction="20000"/>
          </a:bodyPr>
          <a:lstStyle/>
          <a:p>
            <a:pPr marL="514350" indent="-514350">
              <a:buAutoNum type="arabicPeriod"/>
            </a:pPr>
            <a:r>
              <a:rPr lang="en-US" b="1" dirty="0" err="1" smtClean="0">
                <a:solidFill>
                  <a:srgbClr val="00B050"/>
                </a:solidFill>
                <a:latin typeface="Power Geez Unicode1" panose="00000400000000000000" pitchFamily="2" charset="0"/>
              </a:rPr>
              <a:t>ቁርአን</a:t>
            </a:r>
            <a:r>
              <a:rPr lang="en-US" b="1" dirty="0" smtClean="0">
                <a:solidFill>
                  <a:srgbClr val="00B050"/>
                </a:solidFill>
                <a:latin typeface="Power Geez Unicode1" panose="00000400000000000000" pitchFamily="2" charset="0"/>
              </a:rPr>
              <a:t> </a:t>
            </a:r>
            <a:r>
              <a:rPr lang="en-US" b="1" dirty="0" err="1" smtClean="0">
                <a:solidFill>
                  <a:srgbClr val="00B050"/>
                </a:solidFill>
                <a:latin typeface="Power Geez Unicode1" panose="00000400000000000000" pitchFamily="2" charset="0"/>
              </a:rPr>
              <a:t>ስለ</a:t>
            </a:r>
            <a:r>
              <a:rPr lang="en-US" b="1" dirty="0" smtClean="0">
                <a:solidFill>
                  <a:srgbClr val="00B050"/>
                </a:solidFill>
                <a:latin typeface="Power Geez Unicode1" panose="00000400000000000000" pitchFamily="2" charset="0"/>
              </a:rPr>
              <a:t> </a:t>
            </a:r>
            <a:r>
              <a:rPr lang="en-US" b="1" dirty="0" err="1" smtClean="0">
                <a:solidFill>
                  <a:srgbClr val="00B050"/>
                </a:solidFill>
                <a:latin typeface="Power Geez Unicode1" panose="00000400000000000000" pitchFamily="2" charset="0"/>
              </a:rPr>
              <a:t>ስላሴ</a:t>
            </a:r>
            <a:r>
              <a:rPr lang="en-US" b="1" dirty="0" smtClean="0">
                <a:solidFill>
                  <a:srgbClr val="00B050"/>
                </a:solidFill>
                <a:latin typeface="Power Geez Unicode1" panose="00000400000000000000" pitchFamily="2" charset="0"/>
              </a:rPr>
              <a:t> </a:t>
            </a:r>
            <a:r>
              <a:rPr lang="en-US" b="1" dirty="0" err="1" smtClean="0">
                <a:solidFill>
                  <a:srgbClr val="00B050"/>
                </a:solidFill>
                <a:latin typeface="Power Geez Unicode1" panose="00000400000000000000" pitchFamily="2" charset="0"/>
              </a:rPr>
              <a:t>እስተምህሮ</a:t>
            </a:r>
            <a:r>
              <a:rPr lang="en-US" b="1" dirty="0" smtClean="0">
                <a:solidFill>
                  <a:srgbClr val="00B050"/>
                </a:solidFill>
                <a:latin typeface="Power Geez Unicode1" panose="00000400000000000000" pitchFamily="2" charset="0"/>
              </a:rPr>
              <a:t> </a:t>
            </a:r>
            <a:r>
              <a:rPr lang="en-US" b="1" dirty="0" err="1" smtClean="0">
                <a:solidFill>
                  <a:srgbClr val="00B050"/>
                </a:solidFill>
                <a:latin typeface="Power Geez Unicode1" panose="00000400000000000000" pitchFamily="2" charset="0"/>
              </a:rPr>
              <a:t>ምን</a:t>
            </a:r>
            <a:r>
              <a:rPr lang="en-US" b="1" dirty="0" smtClean="0">
                <a:solidFill>
                  <a:srgbClr val="00B050"/>
                </a:solidFill>
                <a:latin typeface="Power Geez Unicode1" panose="00000400000000000000" pitchFamily="2" charset="0"/>
              </a:rPr>
              <a:t> </a:t>
            </a:r>
            <a:r>
              <a:rPr lang="en-US" b="1" dirty="0" err="1" smtClean="0">
                <a:solidFill>
                  <a:srgbClr val="00B050"/>
                </a:solidFill>
                <a:latin typeface="Power Geez Unicode1" panose="00000400000000000000" pitchFamily="2" charset="0"/>
              </a:rPr>
              <a:t>ይላል</a:t>
            </a:r>
            <a:r>
              <a:rPr lang="en-US" b="1" dirty="0" smtClean="0">
                <a:solidFill>
                  <a:srgbClr val="00B050"/>
                </a:solidFill>
                <a:latin typeface="Power Geez Unicode1" panose="00000400000000000000" pitchFamily="2" charset="0"/>
              </a:rPr>
              <a:t>?</a:t>
            </a:r>
          </a:p>
          <a:p>
            <a:pPr algn="just">
              <a:lnSpc>
                <a:spcPct val="170000"/>
              </a:lnSpc>
              <a:buFont typeface="Wingdings" panose="05000000000000000000" pitchFamily="2" charset="2"/>
              <a:buChar char="v"/>
            </a:pPr>
            <a:r>
              <a:rPr lang="en-US" b="1" dirty="0">
                <a:solidFill>
                  <a:srgbClr val="FF0000"/>
                </a:solidFill>
                <a:latin typeface="Power Geez Unicode1" panose="00000400000000000000" pitchFamily="2" charset="0"/>
              </a:rPr>
              <a:t> </a:t>
            </a:r>
            <a:r>
              <a:rPr lang="en-US" b="1" dirty="0" err="1" smtClean="0">
                <a:solidFill>
                  <a:srgbClr val="FF0000"/>
                </a:solidFill>
                <a:latin typeface="Power Geez Unicode1" panose="00000400000000000000" pitchFamily="2" charset="0"/>
              </a:rPr>
              <a:t>የቁርአን</a:t>
            </a:r>
            <a:r>
              <a:rPr lang="en-US" b="1" dirty="0" smtClean="0">
                <a:solidFill>
                  <a:srgbClr val="FF0000"/>
                </a:solidFill>
                <a:latin typeface="Power Geez Unicode1" panose="00000400000000000000" pitchFamily="2" charset="0"/>
              </a:rPr>
              <a:t> </a:t>
            </a:r>
            <a:r>
              <a:rPr lang="en-US" b="1" dirty="0" err="1" smtClean="0">
                <a:solidFill>
                  <a:srgbClr val="FF0000"/>
                </a:solidFill>
                <a:latin typeface="Power Geez Unicode1" panose="00000400000000000000" pitchFamily="2" charset="0"/>
              </a:rPr>
              <a:t>ተቃውሞ</a:t>
            </a:r>
            <a:endParaRPr lang="en-US" b="1" dirty="0" smtClean="0">
              <a:solidFill>
                <a:srgbClr val="FF0000"/>
              </a:solidFill>
              <a:latin typeface="Power Geez Unicode1" panose="00000400000000000000" pitchFamily="2" charset="0"/>
            </a:endParaRPr>
          </a:p>
          <a:p>
            <a:pPr algn="just">
              <a:lnSpc>
                <a:spcPct val="170000"/>
              </a:lnSpc>
              <a:buFont typeface="Wingdings" panose="05000000000000000000" pitchFamily="2" charset="2"/>
              <a:buChar char="§"/>
            </a:pPr>
            <a:r>
              <a:rPr lang="en-US" b="1" dirty="0">
                <a:solidFill>
                  <a:srgbClr val="7030A0"/>
                </a:solidFill>
                <a:latin typeface="Power Geez Unicode1" panose="00000400000000000000" pitchFamily="2" charset="0"/>
              </a:rPr>
              <a:t> </a:t>
            </a:r>
            <a:r>
              <a:rPr lang="en-US" b="1" dirty="0" err="1" smtClean="0">
                <a:solidFill>
                  <a:srgbClr val="7030A0"/>
                </a:solidFill>
                <a:latin typeface="Power Geez Unicode1" panose="00000400000000000000" pitchFamily="2" charset="0"/>
              </a:rPr>
              <a:t>ሱራ</a:t>
            </a:r>
            <a:r>
              <a:rPr lang="en-US" b="1" dirty="0" smtClean="0">
                <a:solidFill>
                  <a:srgbClr val="7030A0"/>
                </a:solidFill>
                <a:latin typeface="Power Geez Unicode1" panose="00000400000000000000" pitchFamily="2" charset="0"/>
              </a:rPr>
              <a:t> 5፡73 </a:t>
            </a:r>
            <a:r>
              <a:rPr lang="en-US" b="1" dirty="0" err="1" smtClean="0">
                <a:solidFill>
                  <a:srgbClr val="7030A0"/>
                </a:solidFill>
                <a:latin typeface="Power Geez Unicode1" panose="00000400000000000000" pitchFamily="2" charset="0"/>
              </a:rPr>
              <a:t>እንዲህ</a:t>
            </a:r>
            <a:r>
              <a:rPr lang="en-US" b="1" dirty="0" smtClean="0">
                <a:solidFill>
                  <a:srgbClr val="7030A0"/>
                </a:solidFill>
                <a:latin typeface="Power Geez Unicode1" panose="00000400000000000000" pitchFamily="2" charset="0"/>
              </a:rPr>
              <a:t> </a:t>
            </a:r>
            <a:r>
              <a:rPr lang="en-US" b="1" dirty="0" err="1" smtClean="0">
                <a:solidFill>
                  <a:srgbClr val="7030A0"/>
                </a:solidFill>
                <a:latin typeface="Power Geez Unicode1" panose="00000400000000000000" pitchFamily="2" charset="0"/>
              </a:rPr>
              <a:t>ይላል</a:t>
            </a:r>
            <a:r>
              <a:rPr lang="en-US" b="1" dirty="0" smtClean="0">
                <a:solidFill>
                  <a:srgbClr val="7030A0"/>
                </a:solidFill>
                <a:latin typeface="Power Geez Unicode1" panose="00000400000000000000" pitchFamily="2" charset="0"/>
              </a:rPr>
              <a:t>፡-</a:t>
            </a:r>
            <a:r>
              <a:rPr lang="am-ET" b="1" dirty="0"/>
              <a:t>እነዚያ «አላህ የሦስት ሦስተኛ ነው» ያሉ በእርግጥ ካዱ፡፡ ከአምላክም አንድ አምላክ እንጅ ሌላ የለም፡፡ ከሚሉትም ነገር ባይከለከሉ ከነሱ እነዚያን የካዱትን አሳማሚ ቅጣት በእርግጥ ይነካቸዋል</a:t>
            </a:r>
            <a:r>
              <a:rPr lang="am-ET" b="1" dirty="0" smtClean="0"/>
              <a:t>፡፡</a:t>
            </a:r>
            <a:endParaRPr lang="en-US" b="1" dirty="0" smtClean="0">
              <a:latin typeface="Power Geez Unicode1" panose="00000400000000000000" pitchFamily="2" charset="0"/>
            </a:endParaRPr>
          </a:p>
          <a:p>
            <a:pPr algn="just">
              <a:lnSpc>
                <a:spcPct val="170000"/>
              </a:lnSpc>
              <a:buFont typeface="Wingdings" panose="05000000000000000000" pitchFamily="2" charset="2"/>
              <a:buChar char="§"/>
            </a:pPr>
            <a:r>
              <a:rPr lang="en-US" b="1" dirty="0">
                <a:solidFill>
                  <a:srgbClr val="7030A0"/>
                </a:solidFill>
                <a:latin typeface="Power Geez Unicode1" panose="00000400000000000000" pitchFamily="2" charset="0"/>
              </a:rPr>
              <a:t> </a:t>
            </a:r>
            <a:r>
              <a:rPr lang="en-US" b="1" dirty="0" err="1" smtClean="0">
                <a:latin typeface="Power Geez Unicode1" panose="00000400000000000000" pitchFamily="2" charset="0"/>
              </a:rPr>
              <a:t>በዚህ</a:t>
            </a:r>
            <a:r>
              <a:rPr lang="en-US" b="1" dirty="0" smtClean="0">
                <a:latin typeface="Power Geez Unicode1" panose="00000400000000000000" pitchFamily="2" charset="0"/>
              </a:rPr>
              <a:t> </a:t>
            </a:r>
            <a:r>
              <a:rPr lang="en-US" b="1" dirty="0" err="1" smtClean="0">
                <a:latin typeface="Power Geez Unicode1" panose="00000400000000000000" pitchFamily="2" charset="0"/>
              </a:rPr>
              <a:t>የቁርአን</a:t>
            </a:r>
            <a:r>
              <a:rPr lang="en-US" b="1" dirty="0" smtClean="0">
                <a:latin typeface="Power Geez Unicode1" panose="00000400000000000000" pitchFamily="2" charset="0"/>
              </a:rPr>
              <a:t> </a:t>
            </a:r>
            <a:r>
              <a:rPr lang="en-US" b="1" dirty="0" err="1" smtClean="0">
                <a:latin typeface="Power Geez Unicode1" panose="00000400000000000000" pitchFamily="2" charset="0"/>
              </a:rPr>
              <a:t>ጥቅስ</a:t>
            </a:r>
            <a:r>
              <a:rPr lang="en-US" b="1" dirty="0" smtClean="0">
                <a:latin typeface="Power Geez Unicode1" panose="00000400000000000000" pitchFamily="2" charset="0"/>
              </a:rPr>
              <a:t> </a:t>
            </a:r>
            <a:r>
              <a:rPr lang="en-US" b="1" dirty="0" err="1" smtClean="0">
                <a:latin typeface="Power Geez Unicode1" panose="00000400000000000000" pitchFamily="2" charset="0"/>
              </a:rPr>
              <a:t>ላይ</a:t>
            </a:r>
            <a:r>
              <a:rPr lang="en-US" b="1" dirty="0" smtClean="0">
                <a:latin typeface="Power Geez Unicode1" panose="00000400000000000000" pitchFamily="2" charset="0"/>
              </a:rPr>
              <a:t> </a:t>
            </a:r>
            <a:r>
              <a:rPr lang="en-US" b="1" dirty="0" err="1" smtClean="0">
                <a:latin typeface="Power Geez Unicode1" panose="00000400000000000000" pitchFamily="2" charset="0"/>
              </a:rPr>
              <a:t>ከሶስቱ</a:t>
            </a:r>
            <a:r>
              <a:rPr lang="en-US" b="1" dirty="0" smtClean="0">
                <a:latin typeface="Power Geez Unicode1" panose="00000400000000000000" pitchFamily="2" charset="0"/>
              </a:rPr>
              <a:t> </a:t>
            </a:r>
            <a:r>
              <a:rPr lang="en-US" b="1" dirty="0" err="1" smtClean="0">
                <a:latin typeface="Power Geez Unicode1" panose="00000400000000000000" pitchFamily="2" charset="0"/>
              </a:rPr>
              <a:t>አማልክቶች</a:t>
            </a:r>
            <a:r>
              <a:rPr lang="en-US" b="1" dirty="0" smtClean="0">
                <a:latin typeface="Power Geez Unicode1" panose="00000400000000000000" pitchFamily="2" charset="0"/>
              </a:rPr>
              <a:t> </a:t>
            </a:r>
            <a:r>
              <a:rPr lang="en-US" b="1" dirty="0" err="1" smtClean="0">
                <a:latin typeface="Power Geez Unicode1" panose="00000400000000000000" pitchFamily="2" charset="0"/>
              </a:rPr>
              <a:t>ሶስተኛው</a:t>
            </a:r>
            <a:r>
              <a:rPr lang="en-US" b="1" dirty="0" smtClean="0">
                <a:latin typeface="Power Geez Unicode1" panose="00000400000000000000" pitchFamily="2" charset="0"/>
              </a:rPr>
              <a:t> </a:t>
            </a:r>
            <a:r>
              <a:rPr lang="en-US" b="1" dirty="0" err="1" smtClean="0">
                <a:latin typeface="Power Geez Unicode1" panose="00000400000000000000" pitchFamily="2" charset="0"/>
              </a:rPr>
              <a:t>እንደሆነ</a:t>
            </a:r>
            <a:r>
              <a:rPr lang="en-US" b="1" dirty="0" smtClean="0">
                <a:latin typeface="Power Geez Unicode1" panose="00000400000000000000" pitchFamily="2" charset="0"/>
              </a:rPr>
              <a:t> </a:t>
            </a:r>
            <a:r>
              <a:rPr lang="en-US" b="1" dirty="0" err="1" smtClean="0">
                <a:latin typeface="Power Geez Unicode1" panose="00000400000000000000" pitchFamily="2" charset="0"/>
              </a:rPr>
              <a:t>ክርስቲያኖች</a:t>
            </a:r>
            <a:r>
              <a:rPr lang="en-US" b="1" dirty="0">
                <a:latin typeface="Power Geez Unicode1" panose="00000400000000000000" pitchFamily="2" charset="0"/>
              </a:rPr>
              <a:t> </a:t>
            </a:r>
            <a:r>
              <a:rPr lang="en-US" b="1" dirty="0" err="1" smtClean="0">
                <a:latin typeface="Power Geez Unicode1" panose="00000400000000000000" pitchFamily="2" charset="0"/>
              </a:rPr>
              <a:t>ያምናሉ</a:t>
            </a:r>
            <a:r>
              <a:rPr lang="en-US" b="1" dirty="0" smtClean="0">
                <a:latin typeface="Power Geez Unicode1" panose="00000400000000000000" pitchFamily="2" charset="0"/>
              </a:rPr>
              <a:t> </a:t>
            </a:r>
            <a:r>
              <a:rPr lang="en-US" b="1" dirty="0" err="1" smtClean="0">
                <a:latin typeface="Power Geez Unicode1" panose="00000400000000000000" pitchFamily="2" charset="0"/>
              </a:rPr>
              <a:t>ሲል</a:t>
            </a:r>
            <a:r>
              <a:rPr lang="en-US" b="1" dirty="0" smtClean="0">
                <a:latin typeface="Power Geez Unicode1" panose="00000400000000000000" pitchFamily="2" charset="0"/>
              </a:rPr>
              <a:t> </a:t>
            </a:r>
            <a:r>
              <a:rPr lang="en-US" b="1" dirty="0" err="1" smtClean="0">
                <a:latin typeface="Power Geez Unicode1" panose="00000400000000000000" pitchFamily="2" charset="0"/>
              </a:rPr>
              <a:t>ይከሳል</a:t>
            </a:r>
            <a:r>
              <a:rPr lang="en-US" b="1" dirty="0" smtClean="0">
                <a:latin typeface="Power Geez Unicode1" panose="00000400000000000000" pitchFamily="2" charset="0"/>
              </a:rPr>
              <a:t>፡፡ </a:t>
            </a:r>
            <a:r>
              <a:rPr lang="en-US" b="1" dirty="0" err="1" smtClean="0">
                <a:latin typeface="Power Geez Unicode1" panose="00000400000000000000" pitchFamily="2" charset="0"/>
              </a:rPr>
              <a:t>ነገር</a:t>
            </a:r>
            <a:r>
              <a:rPr lang="en-US" b="1" dirty="0" smtClean="0">
                <a:latin typeface="Power Geez Unicode1" panose="00000400000000000000" pitchFamily="2" charset="0"/>
              </a:rPr>
              <a:t> </a:t>
            </a:r>
            <a:r>
              <a:rPr lang="en-US" b="1" dirty="0" err="1" smtClean="0">
                <a:latin typeface="Power Geez Unicode1" panose="00000400000000000000" pitchFamily="2" charset="0"/>
              </a:rPr>
              <a:t>ግን</a:t>
            </a:r>
            <a:r>
              <a:rPr lang="en-US" b="1" dirty="0" smtClean="0">
                <a:latin typeface="Power Geez Unicode1" panose="00000400000000000000" pitchFamily="2" charset="0"/>
              </a:rPr>
              <a:t> </a:t>
            </a:r>
            <a:r>
              <a:rPr lang="en-US" b="1" dirty="0" err="1" smtClean="0">
                <a:latin typeface="Power Geez Unicode1" panose="00000400000000000000" pitchFamily="2" charset="0"/>
              </a:rPr>
              <a:t>ክርስቲያኖች</a:t>
            </a:r>
            <a:r>
              <a:rPr lang="en-US" b="1" dirty="0" smtClean="0">
                <a:latin typeface="Power Geez Unicode1" panose="00000400000000000000" pitchFamily="2" charset="0"/>
              </a:rPr>
              <a:t> </a:t>
            </a:r>
            <a:r>
              <a:rPr lang="en-US" b="1" dirty="0" err="1" smtClean="0">
                <a:latin typeface="Power Geez Unicode1" panose="00000400000000000000" pitchFamily="2" charset="0"/>
              </a:rPr>
              <a:t>የሚያምኑት</a:t>
            </a:r>
            <a:r>
              <a:rPr lang="en-US" b="1" dirty="0" smtClean="0">
                <a:latin typeface="Power Geez Unicode1" panose="00000400000000000000" pitchFamily="2" charset="0"/>
              </a:rPr>
              <a:t> </a:t>
            </a:r>
            <a:r>
              <a:rPr lang="en-US" b="1" dirty="0" err="1" smtClean="0">
                <a:latin typeface="Power Geez Unicode1" panose="00000400000000000000" pitchFamily="2" charset="0"/>
              </a:rPr>
              <a:t>በአንድ</a:t>
            </a:r>
            <a:r>
              <a:rPr lang="en-US" b="1" dirty="0" smtClean="0">
                <a:latin typeface="Power Geez Unicode1" panose="00000400000000000000" pitchFamily="2" charset="0"/>
              </a:rPr>
              <a:t> </a:t>
            </a:r>
            <a:r>
              <a:rPr lang="en-US" b="1" dirty="0" err="1" smtClean="0">
                <a:latin typeface="Power Geez Unicode1" panose="00000400000000000000" pitchFamily="2" charset="0"/>
              </a:rPr>
              <a:t>አምላክ</a:t>
            </a:r>
            <a:r>
              <a:rPr lang="en-US" b="1" dirty="0" smtClean="0">
                <a:latin typeface="Power Geez Unicode1" panose="00000400000000000000" pitchFamily="2" charset="0"/>
              </a:rPr>
              <a:t> </a:t>
            </a:r>
            <a:r>
              <a:rPr lang="en-US" b="1" dirty="0" err="1" smtClean="0">
                <a:latin typeface="Power Geez Unicode1" panose="00000400000000000000" pitchFamily="2" charset="0"/>
              </a:rPr>
              <a:t>እንጂ</a:t>
            </a:r>
            <a:r>
              <a:rPr lang="en-US" b="1" dirty="0" smtClean="0">
                <a:latin typeface="Power Geez Unicode1" panose="00000400000000000000" pitchFamily="2" charset="0"/>
              </a:rPr>
              <a:t> </a:t>
            </a:r>
            <a:r>
              <a:rPr lang="en-US" b="1" dirty="0" err="1" smtClean="0">
                <a:latin typeface="Power Geez Unicode1" panose="00000400000000000000" pitchFamily="2" charset="0"/>
              </a:rPr>
              <a:t>በሶስት</a:t>
            </a:r>
            <a:r>
              <a:rPr lang="en-US" b="1" dirty="0" smtClean="0">
                <a:latin typeface="Power Geez Unicode1" panose="00000400000000000000" pitchFamily="2" charset="0"/>
              </a:rPr>
              <a:t> </a:t>
            </a:r>
            <a:r>
              <a:rPr lang="en-US" b="1" dirty="0" err="1" smtClean="0">
                <a:latin typeface="Power Geez Unicode1" panose="00000400000000000000" pitchFamily="2" charset="0"/>
              </a:rPr>
              <a:t>የተለያዩ</a:t>
            </a:r>
            <a:r>
              <a:rPr lang="en-US" b="1" dirty="0" smtClean="0">
                <a:latin typeface="Power Geez Unicode1" panose="00000400000000000000" pitchFamily="2" charset="0"/>
              </a:rPr>
              <a:t> </a:t>
            </a:r>
            <a:r>
              <a:rPr lang="en-US" b="1" dirty="0" err="1" smtClean="0">
                <a:latin typeface="Power Geez Unicode1" panose="00000400000000000000" pitchFamily="2" charset="0"/>
              </a:rPr>
              <a:t>አማልክት</a:t>
            </a:r>
            <a:r>
              <a:rPr lang="en-US" b="1" dirty="0" smtClean="0">
                <a:latin typeface="Power Geez Unicode1" panose="00000400000000000000" pitchFamily="2" charset="0"/>
              </a:rPr>
              <a:t> </a:t>
            </a:r>
            <a:r>
              <a:rPr lang="en-US" b="1" dirty="0" err="1" smtClean="0">
                <a:latin typeface="Power Geez Unicode1" panose="00000400000000000000" pitchFamily="2" charset="0"/>
              </a:rPr>
              <a:t>አይደለም</a:t>
            </a:r>
            <a:r>
              <a:rPr lang="en-US" b="1" dirty="0" smtClean="0">
                <a:latin typeface="Power Geez Unicode1" panose="00000400000000000000" pitchFamily="2" charset="0"/>
              </a:rPr>
              <a:t>፡፡ </a:t>
            </a:r>
          </a:p>
        </p:txBody>
      </p:sp>
    </p:spTree>
    <p:extLst>
      <p:ext uri="{BB962C8B-B14F-4D97-AF65-F5344CB8AC3E}">
        <p14:creationId xmlns:p14="http://schemas.microsoft.com/office/powerpoint/2010/main" val="179741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1000"/>
                                        <p:tgtEl>
                                          <p:spTgt spid="3">
                                            <p:txEl>
                                              <p:pRg st="2" end="2"/>
                                            </p:txEl>
                                          </p:spTgt>
                                        </p:tgtEl>
                                      </p:cBhvr>
                                    </p:animEffect>
                                    <p:anim calcmode="lin" valueType="num">
                                      <p:cBhvr>
                                        <p:cTn id="2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fade">
                                      <p:cBhvr>
                                        <p:cTn id="26" dur="1000"/>
                                        <p:tgtEl>
                                          <p:spTgt spid="3">
                                            <p:txEl>
                                              <p:pRg st="3" end="3"/>
                                            </p:txEl>
                                          </p:spTgt>
                                        </p:tgtEl>
                                      </p:cBhvr>
                                    </p:animEffect>
                                    <p:anim calcmode="lin" valueType="num">
                                      <p:cBhvr>
                                        <p:cTn id="27"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flipV="1">
            <a:off x="457200" y="76200"/>
            <a:ext cx="8229600" cy="198438"/>
          </a:xfrm>
        </p:spPr>
        <p:txBody>
          <a:bodyPr>
            <a:normAutofit fontScale="90000"/>
          </a:bodyPr>
          <a:lstStyle/>
          <a:p>
            <a:endParaRPr lang="en-US" dirty="0"/>
          </a:p>
        </p:txBody>
      </p:sp>
      <p:sp>
        <p:nvSpPr>
          <p:cNvPr id="3" name="Content Placeholder 2"/>
          <p:cNvSpPr>
            <a:spLocks noGrp="1"/>
          </p:cNvSpPr>
          <p:nvPr>
            <p:ph idx="1"/>
          </p:nvPr>
        </p:nvSpPr>
        <p:spPr>
          <a:xfrm>
            <a:off x="152400" y="381000"/>
            <a:ext cx="8839200" cy="6553200"/>
          </a:xfrm>
        </p:spPr>
        <p:txBody>
          <a:bodyPr>
            <a:normAutofit fontScale="70000" lnSpcReduction="20000"/>
          </a:bodyPr>
          <a:lstStyle/>
          <a:p>
            <a:pPr algn="just">
              <a:lnSpc>
                <a:spcPct val="160000"/>
              </a:lnSpc>
              <a:buFont typeface="Wingdings" panose="05000000000000000000" pitchFamily="2" charset="2"/>
              <a:buChar char="§"/>
            </a:pPr>
            <a:r>
              <a:rPr lang="en-US" b="1" dirty="0">
                <a:solidFill>
                  <a:srgbClr val="7030A0"/>
                </a:solidFill>
                <a:latin typeface="Power Geez Unicode1" panose="00000400000000000000" pitchFamily="2" charset="0"/>
              </a:rPr>
              <a:t> </a:t>
            </a:r>
            <a:r>
              <a:rPr lang="en-US" sz="4000" b="1" dirty="0" err="1">
                <a:solidFill>
                  <a:srgbClr val="7030A0"/>
                </a:solidFill>
                <a:latin typeface="Power Geez Unicode1" panose="00000400000000000000" pitchFamily="2" charset="0"/>
              </a:rPr>
              <a:t>ሱራ</a:t>
            </a:r>
            <a:r>
              <a:rPr lang="en-US" sz="4000" b="1" dirty="0">
                <a:solidFill>
                  <a:srgbClr val="7030A0"/>
                </a:solidFill>
                <a:latin typeface="Power Geez Unicode1" panose="00000400000000000000" pitchFamily="2" charset="0"/>
              </a:rPr>
              <a:t> </a:t>
            </a:r>
            <a:r>
              <a:rPr lang="en-US" sz="4000" b="1" dirty="0" smtClean="0">
                <a:solidFill>
                  <a:srgbClr val="7030A0"/>
                </a:solidFill>
                <a:latin typeface="Power Geez Unicode1" panose="00000400000000000000" pitchFamily="2" charset="0"/>
              </a:rPr>
              <a:t>4፡171 </a:t>
            </a:r>
            <a:r>
              <a:rPr lang="en-US" sz="4000" b="1" dirty="0" err="1" smtClean="0">
                <a:solidFill>
                  <a:srgbClr val="7030A0"/>
                </a:solidFill>
                <a:latin typeface="Power Geez Unicode1" panose="00000400000000000000" pitchFamily="2" charset="0"/>
              </a:rPr>
              <a:t>እንዲህ</a:t>
            </a:r>
            <a:r>
              <a:rPr lang="en-US" sz="4000" b="1" dirty="0" smtClean="0">
                <a:solidFill>
                  <a:srgbClr val="7030A0"/>
                </a:solidFill>
                <a:latin typeface="Power Geez Unicode1" panose="00000400000000000000" pitchFamily="2" charset="0"/>
              </a:rPr>
              <a:t> </a:t>
            </a:r>
            <a:r>
              <a:rPr lang="en-US" sz="4000" b="1" dirty="0" err="1" smtClean="0">
                <a:solidFill>
                  <a:srgbClr val="7030A0"/>
                </a:solidFill>
                <a:latin typeface="Power Geez Unicode1" panose="00000400000000000000" pitchFamily="2" charset="0"/>
              </a:rPr>
              <a:t>ይላል</a:t>
            </a:r>
            <a:r>
              <a:rPr lang="en-US" sz="4000" b="1" dirty="0" smtClean="0">
                <a:solidFill>
                  <a:srgbClr val="7030A0"/>
                </a:solidFill>
                <a:latin typeface="Power Geez Unicode1" panose="00000400000000000000" pitchFamily="2" charset="0"/>
              </a:rPr>
              <a:t>፡- </a:t>
            </a:r>
            <a:r>
              <a:rPr lang="am-ET" b="1" dirty="0" smtClean="0"/>
              <a:t>እናንተ </a:t>
            </a:r>
            <a:r>
              <a:rPr lang="am-ET" b="1" dirty="0"/>
              <a:t>የመጽሐፉ ሰዎች ሆይ! በሃይማኖታችሁ ወሰንን አትለፉ፡፡ በአላህም ላይ እውነትን እንጅ አትናገሩ፡፡ የመርየም ልጅ አልመሲሕ ዒሳ የአላህ መልክተኛ ወደ መርየም የጣላት «የኹን» ቃሉም ከእርሱ የኾነ መንፈስም ብቻ ነው፡፡ በአላህና በመልክተኞቹም እመኑ፡፡ « </a:t>
            </a:r>
            <a:r>
              <a:rPr lang="am-ET" b="1" dirty="0">
                <a:solidFill>
                  <a:srgbClr val="00B050"/>
                </a:solidFill>
              </a:rPr>
              <a:t>(አማልክት) ሦስት ናቸው» አትበሉም</a:t>
            </a:r>
            <a:r>
              <a:rPr lang="am-ET" b="1" dirty="0"/>
              <a:t>፡፡ ተከልከሉ፤ ለእናንተ የተሻለ ይኾናልና፡፡ አላህ አንድ አምላክ ብቻ ነው፡፡ ለእርሱ ልጅ ያለው ከመኾን የጠራ ነው፡፡ በሰማያትና በምድር ያለ ሁሉ የርሱ ነው፡፡ መመኪያም በአላህ በቃ</a:t>
            </a:r>
            <a:r>
              <a:rPr lang="am-ET" b="1" dirty="0" smtClean="0"/>
              <a:t>፡፡</a:t>
            </a:r>
            <a:endParaRPr lang="en-US" b="1" dirty="0" smtClean="0">
              <a:latin typeface="Power Geez Unicode1" panose="00000400000000000000" pitchFamily="2" charset="0"/>
            </a:endParaRPr>
          </a:p>
          <a:p>
            <a:pPr algn="just">
              <a:lnSpc>
                <a:spcPct val="160000"/>
              </a:lnSpc>
              <a:buFont typeface="Wingdings" panose="05000000000000000000" pitchFamily="2" charset="2"/>
              <a:buChar char="§"/>
            </a:pPr>
            <a:r>
              <a:rPr lang="en-US" b="1" dirty="0">
                <a:latin typeface="Power Geez Unicode1" panose="00000400000000000000" pitchFamily="2" charset="0"/>
              </a:rPr>
              <a:t> </a:t>
            </a:r>
            <a:r>
              <a:rPr lang="en-US" b="1" dirty="0" err="1" smtClean="0">
                <a:latin typeface="Power Geez Unicode1" panose="00000400000000000000" pitchFamily="2" charset="0"/>
              </a:rPr>
              <a:t>ቁርአን</a:t>
            </a:r>
            <a:r>
              <a:rPr lang="en-US" b="1" dirty="0" smtClean="0">
                <a:latin typeface="Power Geez Unicode1" panose="00000400000000000000" pitchFamily="2" charset="0"/>
              </a:rPr>
              <a:t> </a:t>
            </a:r>
            <a:r>
              <a:rPr lang="en-US" b="1" dirty="0" err="1" smtClean="0">
                <a:latin typeface="Power Geez Unicode1" panose="00000400000000000000" pitchFamily="2" charset="0"/>
              </a:rPr>
              <a:t>ሶስት</a:t>
            </a:r>
            <a:r>
              <a:rPr lang="en-US" b="1" dirty="0" smtClean="0">
                <a:latin typeface="Power Geez Unicode1" panose="00000400000000000000" pitchFamily="2" charset="0"/>
              </a:rPr>
              <a:t> </a:t>
            </a:r>
            <a:r>
              <a:rPr lang="en-US" b="1" dirty="0" err="1" smtClean="0">
                <a:latin typeface="Power Geez Unicode1" panose="00000400000000000000" pitchFamily="2" charset="0"/>
              </a:rPr>
              <a:t>አማልክቶች</a:t>
            </a:r>
            <a:r>
              <a:rPr lang="en-US" b="1" dirty="0" smtClean="0">
                <a:latin typeface="Power Geez Unicode1" panose="00000400000000000000" pitchFamily="2" charset="0"/>
              </a:rPr>
              <a:t> </a:t>
            </a:r>
            <a:r>
              <a:rPr lang="en-US" b="1" dirty="0" err="1" smtClean="0">
                <a:latin typeface="Power Geez Unicode1" panose="00000400000000000000" pitchFamily="2" charset="0"/>
              </a:rPr>
              <a:t>የሉም</a:t>
            </a:r>
            <a:r>
              <a:rPr lang="en-US" b="1" dirty="0" smtClean="0">
                <a:latin typeface="Power Geez Unicode1" panose="00000400000000000000" pitchFamily="2" charset="0"/>
              </a:rPr>
              <a:t> </a:t>
            </a:r>
            <a:r>
              <a:rPr lang="en-US" b="1" dirty="0" err="1" smtClean="0">
                <a:latin typeface="Power Geez Unicode1" panose="00000400000000000000" pitchFamily="2" charset="0"/>
              </a:rPr>
              <a:t>በማለት</a:t>
            </a:r>
            <a:r>
              <a:rPr lang="en-US" b="1" dirty="0" smtClean="0">
                <a:latin typeface="Power Geez Unicode1" panose="00000400000000000000" pitchFamily="2" charset="0"/>
              </a:rPr>
              <a:t> </a:t>
            </a:r>
            <a:r>
              <a:rPr lang="en-US" b="1" dirty="0" err="1" smtClean="0">
                <a:latin typeface="Power Geez Unicode1" panose="00000400000000000000" pitchFamily="2" charset="0"/>
              </a:rPr>
              <a:t>ክርስቲያኖች</a:t>
            </a:r>
            <a:r>
              <a:rPr lang="en-US" b="1" dirty="0" smtClean="0">
                <a:latin typeface="Power Geez Unicode1" panose="00000400000000000000" pitchFamily="2" charset="0"/>
              </a:rPr>
              <a:t> </a:t>
            </a:r>
            <a:r>
              <a:rPr lang="en-US" b="1" dirty="0" err="1" smtClean="0">
                <a:latin typeface="Power Geez Unicode1" panose="00000400000000000000" pitchFamily="2" charset="0"/>
              </a:rPr>
              <a:t>ሶስት</a:t>
            </a:r>
            <a:r>
              <a:rPr lang="en-US" b="1" dirty="0" smtClean="0">
                <a:latin typeface="Power Geez Unicode1" panose="00000400000000000000" pitchFamily="2" charset="0"/>
              </a:rPr>
              <a:t> </a:t>
            </a:r>
            <a:r>
              <a:rPr lang="en-US" b="1" dirty="0" err="1" smtClean="0">
                <a:latin typeface="Power Geez Unicode1" panose="00000400000000000000" pitchFamily="2" charset="0"/>
              </a:rPr>
              <a:t>አማልክት</a:t>
            </a:r>
            <a:r>
              <a:rPr lang="en-US" b="1" dirty="0" smtClean="0">
                <a:latin typeface="Power Geez Unicode1" panose="00000400000000000000" pitchFamily="2" charset="0"/>
              </a:rPr>
              <a:t> </a:t>
            </a:r>
            <a:r>
              <a:rPr lang="en-US" b="1" dirty="0" err="1" smtClean="0">
                <a:latin typeface="Power Geez Unicode1" panose="00000400000000000000" pitchFamily="2" charset="0"/>
              </a:rPr>
              <a:t>እንደሚያመልኩ</a:t>
            </a:r>
            <a:r>
              <a:rPr lang="en-US" b="1" dirty="0" smtClean="0">
                <a:latin typeface="Power Geez Unicode1" panose="00000400000000000000" pitchFamily="2" charset="0"/>
              </a:rPr>
              <a:t> </a:t>
            </a:r>
            <a:r>
              <a:rPr lang="en-US" b="1" dirty="0" err="1" smtClean="0">
                <a:latin typeface="Power Geez Unicode1" panose="00000400000000000000" pitchFamily="2" charset="0"/>
              </a:rPr>
              <a:t>ይከሳል</a:t>
            </a:r>
            <a:r>
              <a:rPr lang="en-US" b="1" dirty="0" smtClean="0">
                <a:latin typeface="Power Geez Unicode1" panose="00000400000000000000" pitchFamily="2" charset="0"/>
              </a:rPr>
              <a:t>፡፡ </a:t>
            </a:r>
            <a:r>
              <a:rPr lang="en-US" b="1" dirty="0" err="1" smtClean="0">
                <a:latin typeface="Power Geez Unicode1" panose="00000400000000000000" pitchFamily="2" charset="0"/>
              </a:rPr>
              <a:t>ይህ</a:t>
            </a:r>
            <a:r>
              <a:rPr lang="en-US" b="1" dirty="0" smtClean="0">
                <a:latin typeface="Power Geez Unicode1" panose="00000400000000000000" pitchFamily="2" charset="0"/>
              </a:rPr>
              <a:t> </a:t>
            </a:r>
            <a:r>
              <a:rPr lang="en-US" b="1" dirty="0" err="1" smtClean="0">
                <a:latin typeface="Power Geez Unicode1" panose="00000400000000000000" pitchFamily="2" charset="0"/>
              </a:rPr>
              <a:t>ተቃውሞ</a:t>
            </a:r>
            <a:r>
              <a:rPr lang="en-US" b="1" dirty="0" smtClean="0">
                <a:latin typeface="Power Geez Unicode1" panose="00000400000000000000" pitchFamily="2" charset="0"/>
              </a:rPr>
              <a:t> </a:t>
            </a:r>
            <a:r>
              <a:rPr lang="en-US" b="1" dirty="0" err="1" smtClean="0">
                <a:latin typeface="Power Geez Unicode1" panose="00000400000000000000" pitchFamily="2" charset="0"/>
              </a:rPr>
              <a:t>የክርስቲያየኖችን</a:t>
            </a:r>
            <a:r>
              <a:rPr lang="en-US" b="1" dirty="0" smtClean="0">
                <a:latin typeface="Power Geez Unicode1" panose="00000400000000000000" pitchFamily="2" charset="0"/>
              </a:rPr>
              <a:t> </a:t>
            </a:r>
            <a:r>
              <a:rPr lang="en-US" b="1" dirty="0" err="1" smtClean="0">
                <a:latin typeface="Power Geez Unicode1" panose="00000400000000000000" pitchFamily="2" charset="0"/>
              </a:rPr>
              <a:t>እምነት</a:t>
            </a:r>
            <a:r>
              <a:rPr lang="en-US" b="1" dirty="0" smtClean="0">
                <a:latin typeface="Power Geez Unicode1" panose="00000400000000000000" pitchFamily="2" charset="0"/>
              </a:rPr>
              <a:t> </a:t>
            </a:r>
            <a:r>
              <a:rPr lang="en-US" b="1" dirty="0" err="1" smtClean="0">
                <a:latin typeface="Power Geez Unicode1" panose="00000400000000000000" pitchFamily="2" charset="0"/>
              </a:rPr>
              <a:t>አይወክልም</a:t>
            </a:r>
            <a:r>
              <a:rPr lang="en-US" b="1" dirty="0" smtClean="0">
                <a:latin typeface="Power Geez Unicode1" panose="00000400000000000000" pitchFamily="2" charset="0"/>
              </a:rPr>
              <a:t>፡፡ </a:t>
            </a:r>
            <a:r>
              <a:rPr lang="en-US" b="1" dirty="0" err="1" smtClean="0">
                <a:latin typeface="Power Geez Unicode1" panose="00000400000000000000" pitchFamily="2" charset="0"/>
              </a:rPr>
              <a:t>ምክንያቱም</a:t>
            </a:r>
            <a:r>
              <a:rPr lang="en-US" b="1" dirty="0" smtClean="0">
                <a:latin typeface="Power Geez Unicode1" panose="00000400000000000000" pitchFamily="2" charset="0"/>
              </a:rPr>
              <a:t> </a:t>
            </a:r>
            <a:r>
              <a:rPr lang="en-US" b="1" dirty="0" err="1" smtClean="0">
                <a:latin typeface="Power Geez Unicode1" panose="00000400000000000000" pitchFamily="2" charset="0"/>
              </a:rPr>
              <a:t>ክርስቲያኖች</a:t>
            </a:r>
            <a:r>
              <a:rPr lang="en-US" b="1" dirty="0" smtClean="0">
                <a:latin typeface="Power Geez Unicode1" panose="00000400000000000000" pitchFamily="2" charset="0"/>
              </a:rPr>
              <a:t> </a:t>
            </a:r>
            <a:r>
              <a:rPr lang="en-US" b="1" dirty="0" err="1" smtClean="0">
                <a:latin typeface="Power Geez Unicode1" panose="00000400000000000000" pitchFamily="2" charset="0"/>
              </a:rPr>
              <a:t>በሶስት</a:t>
            </a:r>
            <a:r>
              <a:rPr lang="en-US" b="1" dirty="0" smtClean="0">
                <a:latin typeface="Power Geez Unicode1" panose="00000400000000000000" pitchFamily="2" charset="0"/>
              </a:rPr>
              <a:t> </a:t>
            </a:r>
            <a:r>
              <a:rPr lang="en-US" b="1" dirty="0" err="1" smtClean="0">
                <a:latin typeface="Power Geez Unicode1" panose="00000400000000000000" pitchFamily="2" charset="0"/>
              </a:rPr>
              <a:t>አካላት</a:t>
            </a:r>
            <a:r>
              <a:rPr lang="en-US" b="1" dirty="0" smtClean="0">
                <a:latin typeface="Power Geez Unicode1" panose="00000400000000000000" pitchFamily="2" charset="0"/>
              </a:rPr>
              <a:t> </a:t>
            </a:r>
            <a:r>
              <a:rPr lang="en-US" b="1" dirty="0" err="1" smtClean="0">
                <a:latin typeface="Power Geez Unicode1" panose="00000400000000000000" pitchFamily="2" charset="0"/>
              </a:rPr>
              <a:t>የሚኖር</a:t>
            </a:r>
            <a:r>
              <a:rPr lang="en-US" b="1" dirty="0" smtClean="0">
                <a:latin typeface="Power Geez Unicode1" panose="00000400000000000000" pitchFamily="2" charset="0"/>
              </a:rPr>
              <a:t> </a:t>
            </a:r>
            <a:r>
              <a:rPr lang="en-US" b="1" dirty="0" err="1" smtClean="0">
                <a:latin typeface="Power Geez Unicode1" panose="00000400000000000000" pitchFamily="2" charset="0"/>
              </a:rPr>
              <a:t>አንድ</a:t>
            </a:r>
            <a:r>
              <a:rPr lang="en-US" b="1" dirty="0" smtClean="0">
                <a:latin typeface="Power Geez Unicode1" panose="00000400000000000000" pitchFamily="2" charset="0"/>
              </a:rPr>
              <a:t> </a:t>
            </a:r>
            <a:r>
              <a:rPr lang="en-US" b="1" dirty="0" err="1" smtClean="0">
                <a:latin typeface="Power Geez Unicode1" panose="00000400000000000000" pitchFamily="2" charset="0"/>
              </a:rPr>
              <a:t>አምላክን</a:t>
            </a:r>
            <a:r>
              <a:rPr lang="en-US" b="1" dirty="0" smtClean="0">
                <a:latin typeface="Power Geez Unicode1" panose="00000400000000000000" pitchFamily="2" charset="0"/>
              </a:rPr>
              <a:t> </a:t>
            </a:r>
            <a:r>
              <a:rPr lang="en-US" b="1" dirty="0" err="1" smtClean="0">
                <a:latin typeface="Power Geez Unicode1" panose="00000400000000000000" pitchFamily="2" charset="0"/>
              </a:rPr>
              <a:t>ነው</a:t>
            </a:r>
            <a:r>
              <a:rPr lang="en-US" b="1" dirty="0" smtClean="0">
                <a:latin typeface="Power Geez Unicode1" panose="00000400000000000000" pitchFamily="2" charset="0"/>
              </a:rPr>
              <a:t> </a:t>
            </a:r>
            <a:r>
              <a:rPr lang="en-US" b="1" dirty="0" err="1" smtClean="0">
                <a:latin typeface="Power Geez Unicode1" panose="00000400000000000000" pitchFamily="2" charset="0"/>
              </a:rPr>
              <a:t>የሚያመልኩት</a:t>
            </a:r>
            <a:r>
              <a:rPr lang="en-US" b="1" dirty="0" smtClean="0">
                <a:latin typeface="Power Geez Unicode1" panose="00000400000000000000" pitchFamily="2" charset="0"/>
              </a:rPr>
              <a:t> </a:t>
            </a:r>
            <a:r>
              <a:rPr lang="en-US" b="1" dirty="0" err="1" smtClean="0">
                <a:latin typeface="Power Geez Unicode1" panose="00000400000000000000" pitchFamily="2" charset="0"/>
              </a:rPr>
              <a:t>እንጂ</a:t>
            </a:r>
            <a:r>
              <a:rPr lang="en-US" b="1" dirty="0" smtClean="0">
                <a:latin typeface="Power Geez Unicode1" panose="00000400000000000000" pitchFamily="2" charset="0"/>
              </a:rPr>
              <a:t> </a:t>
            </a:r>
            <a:r>
              <a:rPr lang="en-US" b="1" dirty="0" err="1" smtClean="0">
                <a:latin typeface="Power Geez Unicode1" panose="00000400000000000000" pitchFamily="2" charset="0"/>
              </a:rPr>
              <a:t>በሶስት</a:t>
            </a:r>
            <a:r>
              <a:rPr lang="en-US" b="1" dirty="0" smtClean="0">
                <a:latin typeface="Power Geez Unicode1" panose="00000400000000000000" pitchFamily="2" charset="0"/>
              </a:rPr>
              <a:t> </a:t>
            </a:r>
            <a:r>
              <a:rPr lang="en-US" b="1" dirty="0" err="1" smtClean="0">
                <a:latin typeface="Power Geez Unicode1" panose="00000400000000000000" pitchFamily="2" charset="0"/>
              </a:rPr>
              <a:t>አማልክት</a:t>
            </a:r>
            <a:r>
              <a:rPr lang="en-US" b="1" dirty="0" smtClean="0">
                <a:latin typeface="Power Geez Unicode1" panose="00000400000000000000" pitchFamily="2" charset="0"/>
              </a:rPr>
              <a:t> </a:t>
            </a:r>
            <a:r>
              <a:rPr lang="en-US" b="1" dirty="0" err="1" smtClean="0">
                <a:latin typeface="Power Geez Unicode1" panose="00000400000000000000" pitchFamily="2" charset="0"/>
              </a:rPr>
              <a:t>አይደለም</a:t>
            </a:r>
            <a:r>
              <a:rPr lang="en-US" b="1" dirty="0" smtClean="0">
                <a:latin typeface="Power Geez Unicode1" panose="00000400000000000000" pitchFamily="2" charset="0"/>
              </a:rPr>
              <a:t>፡፡</a:t>
            </a:r>
            <a:endParaRPr lang="en-US" b="1" dirty="0">
              <a:latin typeface="Power Geez Unicode1" panose="00000400000000000000" pitchFamily="2" charset="0"/>
            </a:endParaRPr>
          </a:p>
        </p:txBody>
      </p:sp>
    </p:spTree>
    <p:extLst>
      <p:ext uri="{BB962C8B-B14F-4D97-AF65-F5344CB8AC3E}">
        <p14:creationId xmlns:p14="http://schemas.microsoft.com/office/powerpoint/2010/main" val="32601355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flipV="1">
            <a:off x="457200" y="152400"/>
            <a:ext cx="8229600" cy="122238"/>
          </a:xfrm>
        </p:spPr>
        <p:txBody>
          <a:bodyPr>
            <a:normAutofit fontScale="90000"/>
          </a:bodyPr>
          <a:lstStyle/>
          <a:p>
            <a:endParaRPr lang="en-US" dirty="0"/>
          </a:p>
        </p:txBody>
      </p:sp>
      <p:sp>
        <p:nvSpPr>
          <p:cNvPr id="3" name="Content Placeholder 2"/>
          <p:cNvSpPr>
            <a:spLocks noGrp="1"/>
          </p:cNvSpPr>
          <p:nvPr>
            <p:ph idx="1"/>
          </p:nvPr>
        </p:nvSpPr>
        <p:spPr>
          <a:xfrm>
            <a:off x="152400" y="381000"/>
            <a:ext cx="8839200" cy="6324600"/>
          </a:xfrm>
        </p:spPr>
        <p:txBody>
          <a:bodyPr>
            <a:normAutofit/>
          </a:bodyPr>
          <a:lstStyle/>
          <a:p>
            <a:pPr algn="just">
              <a:lnSpc>
                <a:spcPct val="150000"/>
              </a:lnSpc>
              <a:buFont typeface="Wingdings" panose="05000000000000000000" pitchFamily="2" charset="2"/>
              <a:buChar char="§"/>
            </a:pPr>
            <a:r>
              <a:rPr lang="en-US" b="1" dirty="0" err="1" smtClean="0">
                <a:solidFill>
                  <a:srgbClr val="7030A0"/>
                </a:solidFill>
                <a:latin typeface="Power Geez Unicode1" panose="00000400000000000000" pitchFamily="2" charset="0"/>
              </a:rPr>
              <a:t>ሱራ</a:t>
            </a:r>
            <a:r>
              <a:rPr lang="en-US" b="1" dirty="0" smtClean="0">
                <a:solidFill>
                  <a:srgbClr val="7030A0"/>
                </a:solidFill>
                <a:latin typeface="Power Geez Unicode1" panose="00000400000000000000" pitchFamily="2" charset="0"/>
              </a:rPr>
              <a:t> 5፡72 </a:t>
            </a:r>
            <a:r>
              <a:rPr lang="en-US" b="1" dirty="0" err="1" smtClean="0">
                <a:solidFill>
                  <a:srgbClr val="7030A0"/>
                </a:solidFill>
                <a:latin typeface="Power Geez Unicode1" panose="00000400000000000000" pitchFamily="2" charset="0"/>
              </a:rPr>
              <a:t>እንዲህ</a:t>
            </a:r>
            <a:r>
              <a:rPr lang="en-US" b="1" dirty="0" smtClean="0">
                <a:solidFill>
                  <a:srgbClr val="7030A0"/>
                </a:solidFill>
                <a:latin typeface="Power Geez Unicode1" panose="00000400000000000000" pitchFamily="2" charset="0"/>
              </a:rPr>
              <a:t> </a:t>
            </a:r>
            <a:r>
              <a:rPr lang="en-US" b="1" dirty="0" err="1" smtClean="0">
                <a:solidFill>
                  <a:srgbClr val="7030A0"/>
                </a:solidFill>
                <a:latin typeface="Power Geez Unicode1" panose="00000400000000000000" pitchFamily="2" charset="0"/>
              </a:rPr>
              <a:t>ይላል</a:t>
            </a:r>
            <a:r>
              <a:rPr lang="en-US" b="1" dirty="0" smtClean="0">
                <a:solidFill>
                  <a:srgbClr val="7030A0"/>
                </a:solidFill>
                <a:latin typeface="Power Geez Unicode1" panose="00000400000000000000" pitchFamily="2" charset="0"/>
              </a:rPr>
              <a:t>፡- </a:t>
            </a:r>
            <a:r>
              <a:rPr lang="am-ET" b="1" dirty="0" smtClean="0"/>
              <a:t>እነዚያ </a:t>
            </a:r>
            <a:r>
              <a:rPr lang="am-ET" b="1" dirty="0">
                <a:solidFill>
                  <a:srgbClr val="00B050"/>
                </a:solidFill>
              </a:rPr>
              <a:t>«አላህ እርሱ የመርየም ልጅ አልመሲሕ ነው»</a:t>
            </a:r>
            <a:r>
              <a:rPr lang="am-ET" b="1" dirty="0">
                <a:solidFill>
                  <a:srgbClr val="7030A0"/>
                </a:solidFill>
              </a:rPr>
              <a:t> </a:t>
            </a:r>
            <a:r>
              <a:rPr lang="am-ET" b="1" dirty="0"/>
              <a:t>ያሉ በእርግጥ ካዱ፡፡ አልመሲህም አለ፡- «የእስራኤል ልጆች ሆይ! ጌታዬንና ጌታችሁን አላህን ተገዙ፡፡» እነሆ! በአላህ የሚያጋራ ሰው አላህ በርሱ ላይ ገነትን በእርግጥ እርም አደረገ፡፡ መኖሪያውም እሳት ናት፡፡ ለበዳዮችም ምንም ረዳቶች </a:t>
            </a:r>
            <a:r>
              <a:rPr lang="am-ET" b="1" dirty="0" smtClean="0"/>
              <a:t>የሏቸውም</a:t>
            </a:r>
            <a:r>
              <a:rPr lang="en-US" b="1" dirty="0" smtClean="0"/>
              <a:t>፡፡</a:t>
            </a:r>
            <a:endParaRPr lang="en-US" b="1" dirty="0" smtClean="0">
              <a:latin typeface="Power Geez Unicode1" panose="00000400000000000000" pitchFamily="2" charset="0"/>
            </a:endParaRPr>
          </a:p>
        </p:txBody>
      </p:sp>
    </p:spTree>
    <p:extLst>
      <p:ext uri="{BB962C8B-B14F-4D97-AF65-F5344CB8AC3E}">
        <p14:creationId xmlns:p14="http://schemas.microsoft.com/office/powerpoint/2010/main" val="15409147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flipV="1">
            <a:off x="457200" y="152400"/>
            <a:ext cx="8229600" cy="122238"/>
          </a:xfrm>
        </p:spPr>
        <p:txBody>
          <a:bodyPr>
            <a:normAutofit fontScale="90000"/>
          </a:bodyPr>
          <a:lstStyle/>
          <a:p>
            <a:endParaRPr lang="en-US" dirty="0"/>
          </a:p>
        </p:txBody>
      </p:sp>
      <p:sp>
        <p:nvSpPr>
          <p:cNvPr id="3" name="Content Placeholder 2"/>
          <p:cNvSpPr>
            <a:spLocks noGrp="1"/>
          </p:cNvSpPr>
          <p:nvPr>
            <p:ph idx="1"/>
          </p:nvPr>
        </p:nvSpPr>
        <p:spPr>
          <a:xfrm>
            <a:off x="76200" y="304800"/>
            <a:ext cx="8991600" cy="6400800"/>
          </a:xfrm>
        </p:spPr>
        <p:txBody>
          <a:bodyPr>
            <a:normAutofit fontScale="70000" lnSpcReduction="20000"/>
          </a:bodyPr>
          <a:lstStyle/>
          <a:p>
            <a:pPr algn="just">
              <a:lnSpc>
                <a:spcPct val="170000"/>
              </a:lnSpc>
              <a:buFont typeface="Wingdings" panose="05000000000000000000" pitchFamily="2" charset="2"/>
              <a:buChar char="§"/>
            </a:pPr>
            <a:r>
              <a:rPr lang="en-US" b="1" dirty="0" smtClean="0">
                <a:latin typeface="Power Geez Unicode1" panose="00000400000000000000" pitchFamily="2" charset="0"/>
              </a:rPr>
              <a:t>“</a:t>
            </a:r>
            <a:r>
              <a:rPr lang="am-ET" b="1" dirty="0" smtClean="0"/>
              <a:t>ከላይ </a:t>
            </a:r>
            <a:r>
              <a:rPr lang="am-ET" b="1" dirty="0"/>
              <a:t>በተቀመጠው የቁርአን ጥቅስ ውስጥ ክርስቲያኖች “አላህ የመርየም ልጅ አልመሲህ ነው” እንደሚሉ ተነግሯል፡፡ “አላህ” የሚለው እግዚአብሔርን ለማመልከት የገባ የአረብኛ ቃል ነው ብንል </a:t>
            </a:r>
            <a:r>
              <a:rPr lang="am-ET" b="1" dirty="0">
                <a:solidFill>
                  <a:srgbClr val="00B050"/>
                </a:solidFill>
              </a:rPr>
              <a:t>“ክርስቶስ እግዚአብሔር ነው</a:t>
            </a:r>
            <a:r>
              <a:rPr lang="am-ET" b="1" dirty="0"/>
              <a:t>” ማለት እና </a:t>
            </a:r>
            <a:r>
              <a:rPr lang="am-ET" b="1" dirty="0">
                <a:solidFill>
                  <a:srgbClr val="00B050"/>
                </a:solidFill>
              </a:rPr>
              <a:t>“እግዚአብሔር ክርስቶስ ነው</a:t>
            </a:r>
            <a:r>
              <a:rPr lang="am-ET" b="1" dirty="0"/>
              <a:t>” ማለት ከፍተኛ የሆነ ልዩነት አላቸው፡፡ በክርስትና አስተምህሮ መሠረት እግዚአብሔር በመለኮቱ ፍጹም አንድ ቢሆንም ነገር ግን በአካል ነጠላ ስላልሆነ ለአብ እና ለመንፈስ ቅዱስ እውቅናን በመንፈግ “እግዚአብሔር ክርስቶስ ነው” የሚለው አባባል ከክርስትና ትምህርት ጋር የሚጣጣም አይደለም</a:t>
            </a:r>
            <a:r>
              <a:rPr lang="am-ET" b="1" dirty="0" smtClean="0"/>
              <a:t>፡፡</a:t>
            </a:r>
            <a:r>
              <a:rPr lang="en-US" b="1" dirty="0" smtClean="0">
                <a:latin typeface="Power Geez Unicode1" panose="00000400000000000000" pitchFamily="2" charset="0"/>
              </a:rPr>
              <a:t>”</a:t>
            </a:r>
            <a:r>
              <a:rPr lang="en-US" b="1" dirty="0" smtClean="0">
                <a:solidFill>
                  <a:srgbClr val="7030A0"/>
                </a:solidFill>
                <a:latin typeface="Power Geez Unicode1" panose="00000400000000000000" pitchFamily="2" charset="0"/>
              </a:rPr>
              <a:t> </a:t>
            </a:r>
          </a:p>
          <a:p>
            <a:pPr algn="just">
              <a:lnSpc>
                <a:spcPct val="170000"/>
              </a:lnSpc>
              <a:buFont typeface="Wingdings" panose="05000000000000000000" pitchFamily="2" charset="2"/>
              <a:buChar char="§"/>
            </a:pPr>
            <a:r>
              <a:rPr lang="am-ET" b="1" dirty="0" smtClean="0"/>
              <a:t>መጽሐፍ </a:t>
            </a:r>
            <a:r>
              <a:rPr lang="am-ET" b="1" dirty="0"/>
              <a:t>ቅዱስ መሲሁ ኢየሱስ አምላክ </a:t>
            </a:r>
            <a:r>
              <a:rPr lang="am-ET" b="1" dirty="0" smtClean="0"/>
              <a:t>መሆኑን</a:t>
            </a:r>
            <a:r>
              <a:rPr lang="en-US" b="1" dirty="0" smtClean="0">
                <a:latin typeface="Power Geez Unicode1" panose="00000400000000000000" pitchFamily="2" charset="0"/>
              </a:rPr>
              <a:t> </a:t>
            </a:r>
            <a:r>
              <a:rPr lang="en-US" b="1" dirty="0" err="1" smtClean="0">
                <a:latin typeface="Power Geez Unicode1" panose="00000400000000000000" pitchFamily="2" charset="0"/>
              </a:rPr>
              <a:t>በተለያዩ</a:t>
            </a:r>
            <a:r>
              <a:rPr lang="en-US" b="1" dirty="0" smtClean="0">
                <a:latin typeface="Power Geez Unicode1" panose="00000400000000000000" pitchFamily="2" charset="0"/>
              </a:rPr>
              <a:t> </a:t>
            </a:r>
            <a:r>
              <a:rPr lang="en-US" b="1" dirty="0" err="1" smtClean="0">
                <a:latin typeface="Power Geez Unicode1" panose="00000400000000000000" pitchFamily="2" charset="0"/>
              </a:rPr>
              <a:t>ጥቅሶች</a:t>
            </a:r>
            <a:r>
              <a:rPr lang="en-US" b="1" dirty="0" smtClean="0">
                <a:latin typeface="Power Geez Unicode1" panose="00000400000000000000" pitchFamily="2" charset="0"/>
              </a:rPr>
              <a:t> </a:t>
            </a:r>
            <a:r>
              <a:rPr lang="en-US" b="1" dirty="0" err="1" smtClean="0">
                <a:latin typeface="Power Geez Unicode1" panose="00000400000000000000" pitchFamily="2" charset="0"/>
              </a:rPr>
              <a:t>ይናገራል</a:t>
            </a:r>
            <a:r>
              <a:rPr lang="en-US" b="1" dirty="0" smtClean="0">
                <a:latin typeface="Power Geez Unicode1" panose="00000400000000000000" pitchFamily="2" charset="0"/>
              </a:rPr>
              <a:t> - </a:t>
            </a:r>
            <a:r>
              <a:rPr lang="am-ET" b="1" dirty="0" smtClean="0"/>
              <a:t>ዮሐ </a:t>
            </a:r>
            <a:r>
              <a:rPr lang="am-ET" b="1" dirty="0"/>
              <a:t>1፡1፣ 20፡28 ሮሜ 9፡5፣ ቲቶ 2፡13፣ </a:t>
            </a:r>
            <a:r>
              <a:rPr lang="am-ET" b="1" dirty="0" smtClean="0"/>
              <a:t>ዕብ </a:t>
            </a:r>
            <a:r>
              <a:rPr lang="am-ET" b="1" dirty="0"/>
              <a:t>1፡8-10)፡፡</a:t>
            </a:r>
            <a:endParaRPr lang="en-US" b="1" dirty="0">
              <a:latin typeface="Power Geez Unicode1" panose="00000400000000000000" pitchFamily="2" charset="0"/>
            </a:endParaRPr>
          </a:p>
          <a:p>
            <a:pPr>
              <a:buFont typeface="Wingdings" panose="05000000000000000000" pitchFamily="2" charset="2"/>
              <a:buChar char="§"/>
            </a:pPr>
            <a:endParaRPr lang="en-US" b="1" dirty="0" smtClean="0">
              <a:solidFill>
                <a:srgbClr val="7030A0"/>
              </a:solidFill>
              <a:latin typeface="Power Geez Unicode1" panose="00000400000000000000" pitchFamily="2" charset="0"/>
            </a:endParaRPr>
          </a:p>
          <a:p>
            <a:pPr marL="0" indent="0">
              <a:buNone/>
            </a:pPr>
            <a:endParaRPr lang="en-US" b="1" dirty="0">
              <a:solidFill>
                <a:srgbClr val="7030A0"/>
              </a:solidFill>
              <a:latin typeface="Power Geez Unicode1" panose="00000400000000000000" pitchFamily="2" charset="0"/>
            </a:endParaRPr>
          </a:p>
        </p:txBody>
      </p:sp>
    </p:spTree>
    <p:extLst>
      <p:ext uri="{BB962C8B-B14F-4D97-AF65-F5344CB8AC3E}">
        <p14:creationId xmlns:p14="http://schemas.microsoft.com/office/powerpoint/2010/main" val="16319533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flipV="1">
            <a:off x="457200" y="76200"/>
            <a:ext cx="8229600" cy="76200"/>
          </a:xfrm>
        </p:spPr>
        <p:txBody>
          <a:bodyPr>
            <a:normAutofit fontScale="90000"/>
          </a:bodyPr>
          <a:lstStyle/>
          <a:p>
            <a:endParaRPr lang="en-US" dirty="0"/>
          </a:p>
        </p:txBody>
      </p:sp>
      <p:sp>
        <p:nvSpPr>
          <p:cNvPr id="3" name="Content Placeholder 2"/>
          <p:cNvSpPr>
            <a:spLocks noGrp="1"/>
          </p:cNvSpPr>
          <p:nvPr>
            <p:ph idx="1"/>
          </p:nvPr>
        </p:nvSpPr>
        <p:spPr>
          <a:xfrm>
            <a:off x="152400" y="304800"/>
            <a:ext cx="8839200" cy="6400800"/>
          </a:xfrm>
        </p:spPr>
        <p:txBody>
          <a:bodyPr>
            <a:normAutofit fontScale="77500" lnSpcReduction="20000"/>
          </a:bodyPr>
          <a:lstStyle/>
          <a:p>
            <a:pPr algn="just">
              <a:lnSpc>
                <a:spcPct val="150000"/>
              </a:lnSpc>
              <a:buFont typeface="Wingdings" panose="05000000000000000000" pitchFamily="2" charset="2"/>
              <a:buChar char="§"/>
            </a:pPr>
            <a:r>
              <a:rPr lang="am-ET" b="1" dirty="0">
                <a:solidFill>
                  <a:srgbClr val="7030A0"/>
                </a:solidFill>
              </a:rPr>
              <a:t>ሱራ </a:t>
            </a:r>
            <a:r>
              <a:rPr lang="am-ET" b="1" dirty="0" smtClean="0">
                <a:solidFill>
                  <a:srgbClr val="7030A0"/>
                </a:solidFill>
              </a:rPr>
              <a:t>5፡116</a:t>
            </a:r>
            <a:r>
              <a:rPr lang="en-US" b="1" dirty="0" smtClean="0">
                <a:solidFill>
                  <a:srgbClr val="7030A0"/>
                </a:solidFill>
                <a:latin typeface="Power Geez Unicode1" panose="00000400000000000000" pitchFamily="2" charset="0"/>
              </a:rPr>
              <a:t> </a:t>
            </a:r>
            <a:r>
              <a:rPr lang="en-US" b="1" dirty="0" err="1" smtClean="0">
                <a:solidFill>
                  <a:srgbClr val="7030A0"/>
                </a:solidFill>
                <a:latin typeface="Power Geez Unicode1" panose="00000400000000000000" pitchFamily="2" charset="0"/>
              </a:rPr>
              <a:t>እንዲህ</a:t>
            </a:r>
            <a:r>
              <a:rPr lang="en-US" b="1" dirty="0" smtClean="0">
                <a:solidFill>
                  <a:srgbClr val="7030A0"/>
                </a:solidFill>
                <a:latin typeface="Power Geez Unicode1" panose="00000400000000000000" pitchFamily="2" charset="0"/>
              </a:rPr>
              <a:t> </a:t>
            </a:r>
            <a:r>
              <a:rPr lang="en-US" b="1" dirty="0" err="1" smtClean="0">
                <a:solidFill>
                  <a:srgbClr val="7030A0"/>
                </a:solidFill>
                <a:latin typeface="Power Geez Unicode1" panose="00000400000000000000" pitchFamily="2" charset="0"/>
              </a:rPr>
              <a:t>ይላል</a:t>
            </a:r>
            <a:r>
              <a:rPr lang="en-US" b="1" dirty="0" smtClean="0">
                <a:solidFill>
                  <a:srgbClr val="7030A0"/>
                </a:solidFill>
                <a:latin typeface="Power Geez Unicode1" panose="00000400000000000000" pitchFamily="2" charset="0"/>
              </a:rPr>
              <a:t>፡- </a:t>
            </a:r>
            <a:r>
              <a:rPr lang="am-ET" b="1" dirty="0"/>
              <a:t>አላህም፡- «የመርየም ልጅ ዒሳ ሆይ! አንተ ለሰዎቹ፡- </a:t>
            </a:r>
            <a:r>
              <a:rPr lang="am-ET" b="1" dirty="0">
                <a:solidFill>
                  <a:srgbClr val="00B050"/>
                </a:solidFill>
              </a:rPr>
              <a:t>እኔንና እናቴን ከአላህ ሌላ ሁለት አምላኮች አድርጋችሁ ያዙ ብላሃልን» </a:t>
            </a:r>
            <a:r>
              <a:rPr lang="am-ET" b="1" dirty="0"/>
              <a:t>በሚለው ጊዜ (አስታውስ)፡፡ «ጥራት ይገባህ፤ ለእኔ ተገቢዬ ያልኾነን ነገር ማለት ለኔ አይገባኝም፡፡ ብዬው እንደ ኾነም በእርግጥ ዐውቀኸዋል፡፡ በነፍሴ ውስጥ ያለውን ሁሉ ታውቃለህ፡፡ ግን አንተ ዘንድ ያለውን አላውቅም፡፡ አንተ ሩቆችን ሁሉ በጣም ዐዋቂ አንተ ብቻ ነህና» ይላል</a:t>
            </a:r>
            <a:r>
              <a:rPr lang="am-ET" b="1" dirty="0" smtClean="0"/>
              <a:t>፡፡</a:t>
            </a:r>
            <a:endParaRPr lang="en-US" b="1" dirty="0" smtClean="0">
              <a:latin typeface="Power Geez Unicode1" panose="00000400000000000000" pitchFamily="2" charset="0"/>
            </a:endParaRPr>
          </a:p>
          <a:p>
            <a:pPr algn="just">
              <a:lnSpc>
                <a:spcPct val="150000"/>
              </a:lnSpc>
              <a:buFont typeface="Wingdings" panose="05000000000000000000" pitchFamily="2" charset="2"/>
              <a:buChar char="§"/>
            </a:pPr>
            <a:r>
              <a:rPr lang="en-US" b="1" dirty="0">
                <a:latin typeface="Power Geez Unicode1" panose="00000400000000000000" pitchFamily="2" charset="0"/>
              </a:rPr>
              <a:t> </a:t>
            </a:r>
            <a:r>
              <a:rPr lang="en-US" b="1" dirty="0" err="1" smtClean="0">
                <a:latin typeface="Power Geez Unicode1" panose="00000400000000000000" pitchFamily="2" charset="0"/>
              </a:rPr>
              <a:t>በዚህ</a:t>
            </a:r>
            <a:r>
              <a:rPr lang="en-US" b="1" dirty="0" smtClean="0">
                <a:latin typeface="Power Geez Unicode1" panose="00000400000000000000" pitchFamily="2" charset="0"/>
              </a:rPr>
              <a:t> </a:t>
            </a:r>
            <a:r>
              <a:rPr lang="en-US" b="1" dirty="0" err="1" smtClean="0">
                <a:latin typeface="Power Geez Unicode1" panose="00000400000000000000" pitchFamily="2" charset="0"/>
              </a:rPr>
              <a:t>የቁርአን</a:t>
            </a:r>
            <a:r>
              <a:rPr lang="en-US" b="1" dirty="0" smtClean="0">
                <a:latin typeface="Power Geez Unicode1" panose="00000400000000000000" pitchFamily="2" charset="0"/>
              </a:rPr>
              <a:t> </a:t>
            </a:r>
            <a:r>
              <a:rPr lang="en-US" b="1" dirty="0" err="1" smtClean="0">
                <a:latin typeface="Power Geez Unicode1" panose="00000400000000000000" pitchFamily="2" charset="0"/>
              </a:rPr>
              <a:t>ጥቅስ</a:t>
            </a:r>
            <a:r>
              <a:rPr lang="en-US" b="1" dirty="0" smtClean="0">
                <a:latin typeface="Power Geez Unicode1" panose="00000400000000000000" pitchFamily="2" charset="0"/>
              </a:rPr>
              <a:t> </a:t>
            </a:r>
            <a:r>
              <a:rPr lang="en-US" b="1" dirty="0" err="1" smtClean="0">
                <a:latin typeface="Power Geez Unicode1" panose="00000400000000000000" pitchFamily="2" charset="0"/>
              </a:rPr>
              <a:t>ማሪያምና</a:t>
            </a:r>
            <a:r>
              <a:rPr lang="en-US" b="1" dirty="0" smtClean="0">
                <a:latin typeface="Power Geez Unicode1" panose="00000400000000000000" pitchFamily="2" charset="0"/>
              </a:rPr>
              <a:t> </a:t>
            </a:r>
            <a:r>
              <a:rPr lang="en-US" b="1" dirty="0" err="1" smtClean="0">
                <a:latin typeface="Power Geez Unicode1" panose="00000400000000000000" pitchFamily="2" charset="0"/>
              </a:rPr>
              <a:t>ኢየሱስ</a:t>
            </a:r>
            <a:r>
              <a:rPr lang="en-US" b="1" dirty="0" smtClean="0">
                <a:latin typeface="Power Geez Unicode1" panose="00000400000000000000" pitchFamily="2" charset="0"/>
              </a:rPr>
              <a:t> </a:t>
            </a:r>
            <a:r>
              <a:rPr lang="en-US" b="1" dirty="0" err="1" smtClean="0">
                <a:latin typeface="Power Geez Unicode1" panose="00000400000000000000" pitchFamily="2" charset="0"/>
              </a:rPr>
              <a:t>ከአላህ</a:t>
            </a:r>
            <a:r>
              <a:rPr lang="en-US" b="1" dirty="0" smtClean="0">
                <a:latin typeface="Power Geez Unicode1" panose="00000400000000000000" pitchFamily="2" charset="0"/>
              </a:rPr>
              <a:t> </a:t>
            </a:r>
            <a:r>
              <a:rPr lang="en-US" b="1" dirty="0" err="1" smtClean="0">
                <a:latin typeface="Power Geez Unicode1" panose="00000400000000000000" pitchFamily="2" charset="0"/>
              </a:rPr>
              <a:t>ውጪ</a:t>
            </a:r>
            <a:r>
              <a:rPr lang="en-US" b="1" dirty="0" smtClean="0">
                <a:latin typeface="Power Geez Unicode1" panose="00000400000000000000" pitchFamily="2" charset="0"/>
              </a:rPr>
              <a:t> </a:t>
            </a:r>
            <a:r>
              <a:rPr lang="en-US" b="1" dirty="0" err="1" smtClean="0">
                <a:latin typeface="Power Geez Unicode1" panose="00000400000000000000" pitchFamily="2" charset="0"/>
              </a:rPr>
              <a:t>ሌላ</a:t>
            </a:r>
            <a:r>
              <a:rPr lang="en-US" b="1" dirty="0" smtClean="0">
                <a:latin typeface="Power Geez Unicode1" panose="00000400000000000000" pitchFamily="2" charset="0"/>
              </a:rPr>
              <a:t> </a:t>
            </a:r>
            <a:r>
              <a:rPr lang="en-US" b="1" dirty="0" err="1" smtClean="0">
                <a:latin typeface="Power Geez Unicode1" panose="00000400000000000000" pitchFamily="2" charset="0"/>
              </a:rPr>
              <a:t>አማልክት</a:t>
            </a:r>
            <a:r>
              <a:rPr lang="en-US" b="1" dirty="0" smtClean="0">
                <a:latin typeface="Power Geez Unicode1" panose="00000400000000000000" pitchFamily="2" charset="0"/>
              </a:rPr>
              <a:t> </a:t>
            </a:r>
            <a:r>
              <a:rPr lang="en-US" b="1" dirty="0" err="1" smtClean="0">
                <a:latin typeface="Power Geez Unicode1" panose="00000400000000000000" pitchFamily="2" charset="0"/>
              </a:rPr>
              <a:t>ተደርገው</a:t>
            </a:r>
            <a:r>
              <a:rPr lang="en-US" b="1" dirty="0" smtClean="0">
                <a:latin typeface="Power Geez Unicode1" panose="00000400000000000000" pitchFamily="2" charset="0"/>
              </a:rPr>
              <a:t> </a:t>
            </a:r>
            <a:r>
              <a:rPr lang="en-US" b="1" dirty="0" err="1" smtClean="0">
                <a:latin typeface="Power Geez Unicode1" panose="00000400000000000000" pitchFamily="2" charset="0"/>
              </a:rPr>
              <a:t>በክርስቲያኖች</a:t>
            </a:r>
            <a:r>
              <a:rPr lang="en-US" b="1" dirty="0" smtClean="0">
                <a:latin typeface="Power Geez Unicode1" panose="00000400000000000000" pitchFamily="2" charset="0"/>
              </a:rPr>
              <a:t> </a:t>
            </a:r>
            <a:r>
              <a:rPr lang="en-US" b="1" dirty="0" err="1" smtClean="0">
                <a:latin typeface="Power Geez Unicode1" panose="00000400000000000000" pitchFamily="2" charset="0"/>
              </a:rPr>
              <a:t>እንደሚመለኩ</a:t>
            </a:r>
            <a:r>
              <a:rPr lang="en-US" b="1" dirty="0" smtClean="0">
                <a:latin typeface="Power Geez Unicode1" panose="00000400000000000000" pitchFamily="2" charset="0"/>
              </a:rPr>
              <a:t> </a:t>
            </a:r>
            <a:r>
              <a:rPr lang="en-US" b="1" dirty="0" err="1" smtClean="0">
                <a:latin typeface="Power Geez Unicode1" panose="00000400000000000000" pitchFamily="2" charset="0"/>
              </a:rPr>
              <a:t>ያቀርባል</a:t>
            </a:r>
            <a:r>
              <a:rPr lang="en-US" b="1" dirty="0" smtClean="0">
                <a:latin typeface="Power Geez Unicode1" panose="00000400000000000000" pitchFamily="2" charset="0"/>
              </a:rPr>
              <a:t>፡፡ </a:t>
            </a:r>
            <a:r>
              <a:rPr lang="en-US" b="1" dirty="0" err="1" smtClean="0">
                <a:latin typeface="Power Geez Unicode1" panose="00000400000000000000" pitchFamily="2" charset="0"/>
              </a:rPr>
              <a:t>ነገር</a:t>
            </a:r>
            <a:r>
              <a:rPr lang="en-US" b="1" dirty="0" smtClean="0">
                <a:latin typeface="Power Geez Unicode1" panose="00000400000000000000" pitchFamily="2" charset="0"/>
              </a:rPr>
              <a:t> </a:t>
            </a:r>
            <a:r>
              <a:rPr lang="en-US" b="1" dirty="0" err="1" smtClean="0">
                <a:latin typeface="Power Geez Unicode1" panose="00000400000000000000" pitchFamily="2" charset="0"/>
              </a:rPr>
              <a:t>ግን</a:t>
            </a:r>
            <a:r>
              <a:rPr lang="en-US" b="1" dirty="0" smtClean="0">
                <a:latin typeface="Power Geez Unicode1" panose="00000400000000000000" pitchFamily="2" charset="0"/>
              </a:rPr>
              <a:t> </a:t>
            </a:r>
            <a:r>
              <a:rPr lang="en-US" b="1" dirty="0" err="1" smtClean="0">
                <a:latin typeface="Power Geez Unicode1" panose="00000400000000000000" pitchFamily="2" charset="0"/>
              </a:rPr>
              <a:t>ክርስቲያኖች</a:t>
            </a:r>
            <a:r>
              <a:rPr lang="en-US" b="1" dirty="0" smtClean="0">
                <a:latin typeface="Power Geez Unicode1" panose="00000400000000000000" pitchFamily="2" charset="0"/>
              </a:rPr>
              <a:t> </a:t>
            </a:r>
            <a:r>
              <a:rPr lang="en-US" b="1" dirty="0" err="1" smtClean="0">
                <a:latin typeface="Power Geez Unicode1" panose="00000400000000000000" pitchFamily="2" charset="0"/>
              </a:rPr>
              <a:t>ማሪያምን</a:t>
            </a:r>
            <a:r>
              <a:rPr lang="en-US" b="1" dirty="0" smtClean="0">
                <a:latin typeface="Power Geez Unicode1" panose="00000400000000000000" pitchFamily="2" charset="0"/>
              </a:rPr>
              <a:t> </a:t>
            </a:r>
            <a:r>
              <a:rPr lang="en-US" b="1" dirty="0" err="1" smtClean="0">
                <a:latin typeface="Power Geez Unicode1" panose="00000400000000000000" pitchFamily="2" charset="0"/>
              </a:rPr>
              <a:t>ከስላሴ</a:t>
            </a:r>
            <a:r>
              <a:rPr lang="en-US" b="1" dirty="0" smtClean="0">
                <a:latin typeface="Power Geez Unicode1" panose="00000400000000000000" pitchFamily="2" charset="0"/>
              </a:rPr>
              <a:t> </a:t>
            </a:r>
            <a:r>
              <a:rPr lang="en-US" b="1" dirty="0" err="1" smtClean="0">
                <a:latin typeface="Power Geez Unicode1" panose="00000400000000000000" pitchFamily="2" charset="0"/>
              </a:rPr>
              <a:t>አካላት</a:t>
            </a:r>
            <a:r>
              <a:rPr lang="en-US" b="1" dirty="0" smtClean="0">
                <a:latin typeface="Power Geez Unicode1" panose="00000400000000000000" pitchFamily="2" charset="0"/>
              </a:rPr>
              <a:t> </a:t>
            </a:r>
            <a:r>
              <a:rPr lang="en-US" b="1" dirty="0" err="1" smtClean="0">
                <a:latin typeface="Power Geez Unicode1" panose="00000400000000000000" pitchFamily="2" charset="0"/>
              </a:rPr>
              <a:t>አንድ</a:t>
            </a:r>
            <a:r>
              <a:rPr lang="en-US" b="1" dirty="0" smtClean="0">
                <a:latin typeface="Power Geez Unicode1" panose="00000400000000000000" pitchFamily="2" charset="0"/>
              </a:rPr>
              <a:t> </a:t>
            </a:r>
            <a:r>
              <a:rPr lang="en-US" b="1" dirty="0" err="1" smtClean="0">
                <a:latin typeface="Power Geez Unicode1" panose="00000400000000000000" pitchFamily="2" charset="0"/>
              </a:rPr>
              <a:t>አድርገው</a:t>
            </a:r>
            <a:r>
              <a:rPr lang="en-US" b="1" dirty="0" smtClean="0">
                <a:latin typeface="Power Geez Unicode1" panose="00000400000000000000" pitchFamily="2" charset="0"/>
              </a:rPr>
              <a:t> </a:t>
            </a:r>
            <a:r>
              <a:rPr lang="en-US" b="1" dirty="0" err="1" smtClean="0">
                <a:latin typeface="Power Geez Unicode1" panose="00000400000000000000" pitchFamily="2" charset="0"/>
              </a:rPr>
              <a:t>አያመልኩም</a:t>
            </a:r>
            <a:r>
              <a:rPr lang="en-US" b="1" dirty="0" smtClean="0">
                <a:latin typeface="Power Geez Unicode1" panose="00000400000000000000" pitchFamily="2" charset="0"/>
              </a:rPr>
              <a:t>፡፡ </a:t>
            </a:r>
            <a:r>
              <a:rPr lang="en-US" b="1" dirty="0" err="1" smtClean="0">
                <a:latin typeface="Power Geez Unicode1" panose="00000400000000000000" pitchFamily="2" charset="0"/>
              </a:rPr>
              <a:t>ይህ</a:t>
            </a:r>
            <a:r>
              <a:rPr lang="en-US" b="1" dirty="0" smtClean="0">
                <a:latin typeface="Power Geez Unicode1" panose="00000400000000000000" pitchFamily="2" charset="0"/>
              </a:rPr>
              <a:t> </a:t>
            </a:r>
            <a:r>
              <a:rPr lang="en-US" b="1" dirty="0" err="1" smtClean="0">
                <a:latin typeface="Power Geez Unicode1" panose="00000400000000000000" pitchFamily="2" charset="0"/>
              </a:rPr>
              <a:t>የተሳሳተ</a:t>
            </a:r>
            <a:r>
              <a:rPr lang="en-US" b="1" dirty="0" smtClean="0">
                <a:latin typeface="Power Geez Unicode1" panose="00000400000000000000" pitchFamily="2" charset="0"/>
              </a:rPr>
              <a:t> </a:t>
            </a:r>
            <a:r>
              <a:rPr lang="en-US" b="1" dirty="0" err="1" smtClean="0">
                <a:latin typeface="Power Geez Unicode1" panose="00000400000000000000" pitchFamily="2" charset="0"/>
              </a:rPr>
              <a:t>ፍረጃ</a:t>
            </a:r>
            <a:r>
              <a:rPr lang="en-US" b="1" dirty="0" smtClean="0">
                <a:latin typeface="Power Geez Unicode1" panose="00000400000000000000" pitchFamily="2" charset="0"/>
              </a:rPr>
              <a:t> </a:t>
            </a:r>
            <a:r>
              <a:rPr lang="en-US" b="1" dirty="0" err="1" smtClean="0">
                <a:latin typeface="Power Geez Unicode1" panose="00000400000000000000" pitchFamily="2" charset="0"/>
              </a:rPr>
              <a:t>ነው</a:t>
            </a:r>
            <a:r>
              <a:rPr lang="en-US" b="1" dirty="0" smtClean="0">
                <a:latin typeface="Power Geez Unicode1" panose="00000400000000000000" pitchFamily="2" charset="0"/>
              </a:rPr>
              <a:t>፡፡</a:t>
            </a:r>
            <a:endParaRPr lang="en-US" b="1" dirty="0">
              <a:latin typeface="Power Geez Unicode1" panose="00000400000000000000" pitchFamily="2" charset="0"/>
            </a:endParaRPr>
          </a:p>
        </p:txBody>
      </p:sp>
    </p:spTree>
    <p:extLst>
      <p:ext uri="{BB962C8B-B14F-4D97-AF65-F5344CB8AC3E}">
        <p14:creationId xmlns:p14="http://schemas.microsoft.com/office/powerpoint/2010/main" val="20155921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19"/>
            <a:ext cx="8229600" cy="45719"/>
          </a:xfrm>
        </p:spPr>
        <p:txBody>
          <a:bodyPr>
            <a:normAutofit fontScale="90000"/>
          </a:bodyPr>
          <a:lstStyle/>
          <a:p>
            <a:endParaRPr lang="en-US" dirty="0"/>
          </a:p>
        </p:txBody>
      </p:sp>
      <p:sp>
        <p:nvSpPr>
          <p:cNvPr id="3" name="Content Placeholder 2"/>
          <p:cNvSpPr>
            <a:spLocks noGrp="1"/>
          </p:cNvSpPr>
          <p:nvPr>
            <p:ph idx="1"/>
          </p:nvPr>
        </p:nvSpPr>
        <p:spPr>
          <a:xfrm>
            <a:off x="152400" y="152400"/>
            <a:ext cx="8839200" cy="6629400"/>
          </a:xfrm>
        </p:spPr>
        <p:txBody>
          <a:bodyPr>
            <a:normAutofit fontScale="77500" lnSpcReduction="20000"/>
          </a:bodyPr>
          <a:lstStyle/>
          <a:p>
            <a:pPr>
              <a:buFont typeface="Wingdings" panose="05000000000000000000" pitchFamily="2" charset="2"/>
              <a:buChar char="v"/>
            </a:pPr>
            <a:r>
              <a:rPr lang="en-US" sz="4100" b="1" dirty="0" smtClean="0">
                <a:solidFill>
                  <a:srgbClr val="FF0000"/>
                </a:solidFill>
                <a:latin typeface="Power Geez Unicode1" panose="00000400000000000000" pitchFamily="2" charset="0"/>
              </a:rPr>
              <a:t> </a:t>
            </a:r>
            <a:r>
              <a:rPr lang="en-US" sz="4100" b="1" dirty="0" err="1" smtClean="0">
                <a:solidFill>
                  <a:srgbClr val="FF0000"/>
                </a:solidFill>
                <a:latin typeface="Power Geez Unicode1" panose="00000400000000000000" pitchFamily="2" charset="0"/>
              </a:rPr>
              <a:t>የአላህ</a:t>
            </a:r>
            <a:r>
              <a:rPr lang="en-US" sz="4100" b="1" dirty="0" smtClean="0">
                <a:solidFill>
                  <a:srgbClr val="FF0000"/>
                </a:solidFill>
                <a:latin typeface="Power Geez Unicode1" panose="00000400000000000000" pitchFamily="2" charset="0"/>
              </a:rPr>
              <a:t> </a:t>
            </a:r>
            <a:r>
              <a:rPr lang="en-US" sz="4100" b="1" dirty="0" err="1" smtClean="0">
                <a:solidFill>
                  <a:srgbClr val="FF0000"/>
                </a:solidFill>
                <a:latin typeface="Power Geez Unicode1" panose="00000400000000000000" pitchFamily="2" charset="0"/>
              </a:rPr>
              <a:t>ብዝሃነትና</a:t>
            </a:r>
            <a:r>
              <a:rPr lang="en-US" sz="4100" b="1" dirty="0" smtClean="0">
                <a:solidFill>
                  <a:srgbClr val="FF0000"/>
                </a:solidFill>
                <a:latin typeface="Power Geez Unicode1" panose="00000400000000000000" pitchFamily="2" charset="0"/>
              </a:rPr>
              <a:t> </a:t>
            </a:r>
            <a:r>
              <a:rPr lang="en-US" sz="4100" b="1" dirty="0" err="1" smtClean="0">
                <a:solidFill>
                  <a:srgbClr val="FF0000"/>
                </a:solidFill>
                <a:latin typeface="Power Geez Unicode1" panose="00000400000000000000" pitchFamily="2" charset="0"/>
              </a:rPr>
              <a:t>ነጠላነት</a:t>
            </a:r>
            <a:r>
              <a:rPr lang="en-US" sz="4100" b="1" dirty="0" smtClean="0">
                <a:solidFill>
                  <a:srgbClr val="FF0000"/>
                </a:solidFill>
                <a:latin typeface="Power Geez Unicode1" panose="00000400000000000000" pitchFamily="2" charset="0"/>
              </a:rPr>
              <a:t> </a:t>
            </a:r>
            <a:r>
              <a:rPr lang="en-US" sz="4100" b="1" dirty="0" err="1" smtClean="0">
                <a:solidFill>
                  <a:srgbClr val="FF0000"/>
                </a:solidFill>
                <a:latin typeface="Power Geez Unicode1" panose="00000400000000000000" pitchFamily="2" charset="0"/>
              </a:rPr>
              <a:t>በቁርአን</a:t>
            </a:r>
            <a:endParaRPr lang="en-US" sz="4100" b="1" dirty="0" smtClean="0">
              <a:solidFill>
                <a:srgbClr val="FF0000"/>
              </a:solidFill>
              <a:latin typeface="Power Geez Unicode1" panose="00000400000000000000" pitchFamily="2" charset="0"/>
            </a:endParaRPr>
          </a:p>
          <a:p>
            <a:pPr>
              <a:lnSpc>
                <a:spcPct val="160000"/>
              </a:lnSpc>
              <a:buFont typeface="Wingdings" panose="05000000000000000000" pitchFamily="2" charset="2"/>
              <a:buChar char="§"/>
            </a:pPr>
            <a:r>
              <a:rPr lang="en-US" b="1" dirty="0">
                <a:solidFill>
                  <a:srgbClr val="7030A0"/>
                </a:solidFill>
                <a:latin typeface="Power Geez Unicode1" panose="00000400000000000000" pitchFamily="2" charset="0"/>
              </a:rPr>
              <a:t> </a:t>
            </a:r>
            <a:r>
              <a:rPr lang="am-ET" b="1" dirty="0">
                <a:solidFill>
                  <a:srgbClr val="7030A0"/>
                </a:solidFill>
              </a:rPr>
              <a:t>ሱራ </a:t>
            </a:r>
            <a:r>
              <a:rPr lang="en-US" b="1" dirty="0" smtClean="0">
                <a:solidFill>
                  <a:srgbClr val="7030A0"/>
                </a:solidFill>
                <a:latin typeface="Power Geez Unicode1" panose="00000400000000000000" pitchFamily="2" charset="0"/>
              </a:rPr>
              <a:t>15:9 </a:t>
            </a:r>
            <a:r>
              <a:rPr lang="en-US" b="1" dirty="0" err="1">
                <a:solidFill>
                  <a:srgbClr val="7030A0"/>
                </a:solidFill>
                <a:latin typeface="Power Geez Unicode1" panose="00000400000000000000" pitchFamily="2" charset="0"/>
              </a:rPr>
              <a:t>እንዲህ</a:t>
            </a:r>
            <a:r>
              <a:rPr lang="en-US" b="1" dirty="0">
                <a:solidFill>
                  <a:srgbClr val="7030A0"/>
                </a:solidFill>
                <a:latin typeface="Power Geez Unicode1" panose="00000400000000000000" pitchFamily="2" charset="0"/>
              </a:rPr>
              <a:t> </a:t>
            </a:r>
            <a:r>
              <a:rPr lang="en-US" b="1" dirty="0" err="1" smtClean="0">
                <a:solidFill>
                  <a:srgbClr val="7030A0"/>
                </a:solidFill>
                <a:latin typeface="Power Geez Unicode1" panose="00000400000000000000" pitchFamily="2" charset="0"/>
              </a:rPr>
              <a:t>ይላል</a:t>
            </a:r>
            <a:r>
              <a:rPr lang="en-US" b="1" dirty="0" smtClean="0">
                <a:solidFill>
                  <a:srgbClr val="7030A0"/>
                </a:solidFill>
                <a:latin typeface="Power Geez Unicode1" panose="00000400000000000000" pitchFamily="2" charset="0"/>
              </a:rPr>
              <a:t>፡- </a:t>
            </a:r>
            <a:r>
              <a:rPr lang="am-ET" b="1" dirty="0">
                <a:solidFill>
                  <a:srgbClr val="00B050"/>
                </a:solidFill>
              </a:rPr>
              <a:t>እኛ</a:t>
            </a:r>
            <a:r>
              <a:rPr lang="am-ET" b="1" dirty="0"/>
              <a:t> ቁርኣንን </a:t>
            </a:r>
            <a:r>
              <a:rPr lang="am-ET" b="1" dirty="0">
                <a:solidFill>
                  <a:srgbClr val="00B050"/>
                </a:solidFill>
              </a:rPr>
              <a:t>እኛው</a:t>
            </a:r>
            <a:r>
              <a:rPr lang="am-ET" b="1" dirty="0"/>
              <a:t> </a:t>
            </a:r>
            <a:r>
              <a:rPr lang="am-ET" b="1" dirty="0">
                <a:solidFill>
                  <a:srgbClr val="00B050"/>
                </a:solidFill>
              </a:rPr>
              <a:t>አወረድነው</a:t>
            </a:r>
            <a:r>
              <a:rPr lang="am-ET" b="1" dirty="0"/>
              <a:t>፡፡ </a:t>
            </a:r>
            <a:r>
              <a:rPr lang="am-ET" b="1" dirty="0">
                <a:solidFill>
                  <a:srgbClr val="00B050"/>
                </a:solidFill>
              </a:rPr>
              <a:t>እኛም</a:t>
            </a:r>
            <a:r>
              <a:rPr lang="am-ET" b="1" dirty="0"/>
              <a:t> ለእርሱ </a:t>
            </a:r>
            <a:r>
              <a:rPr lang="am-ET" b="1" dirty="0">
                <a:solidFill>
                  <a:srgbClr val="00B050"/>
                </a:solidFill>
              </a:rPr>
              <a:t>ጠባቂዎቹ ነን</a:t>
            </a:r>
            <a:r>
              <a:rPr lang="am-ET" b="1" dirty="0" smtClean="0"/>
              <a:t>፡፡</a:t>
            </a:r>
            <a:endParaRPr lang="en-US" b="1" dirty="0" smtClean="0">
              <a:latin typeface="Power Geez Unicode1" panose="00000400000000000000" pitchFamily="2" charset="0"/>
            </a:endParaRPr>
          </a:p>
          <a:p>
            <a:pPr marL="0" indent="0">
              <a:lnSpc>
                <a:spcPct val="160000"/>
              </a:lnSpc>
              <a:buNone/>
            </a:pPr>
            <a:r>
              <a:rPr lang="ar-AE" b="1" dirty="0">
                <a:solidFill>
                  <a:srgbClr val="00B050"/>
                </a:solidFill>
                <a:latin typeface="Power Geez Unicode1" panose="00000400000000000000" pitchFamily="2" charset="0"/>
              </a:rPr>
              <a:t>إِنَّا نَحْنُ </a:t>
            </a:r>
            <a:r>
              <a:rPr lang="ar-AE" b="1" dirty="0">
                <a:latin typeface="Power Geez Unicode1" panose="00000400000000000000" pitchFamily="2" charset="0"/>
              </a:rPr>
              <a:t>ن</a:t>
            </a:r>
            <a:r>
              <a:rPr lang="ar-AE" b="1" dirty="0">
                <a:solidFill>
                  <a:srgbClr val="00B050"/>
                </a:solidFill>
                <a:latin typeface="Power Geez Unicode1" panose="00000400000000000000" pitchFamily="2" charset="0"/>
              </a:rPr>
              <a:t>َزَّلْنَا</a:t>
            </a:r>
            <a:r>
              <a:rPr lang="ar-AE" b="1" dirty="0">
                <a:latin typeface="Power Geez Unicode1" panose="00000400000000000000" pitchFamily="2" charset="0"/>
              </a:rPr>
              <a:t> الذِّكْرَ و</a:t>
            </a:r>
            <a:r>
              <a:rPr lang="ar-AE" b="1" dirty="0">
                <a:solidFill>
                  <a:srgbClr val="00B050"/>
                </a:solidFill>
                <a:latin typeface="Power Geez Unicode1" panose="00000400000000000000" pitchFamily="2" charset="0"/>
              </a:rPr>
              <a:t>َإِنَّا </a:t>
            </a:r>
            <a:r>
              <a:rPr lang="ar-AE" b="1" dirty="0">
                <a:latin typeface="Power Geez Unicode1" panose="00000400000000000000" pitchFamily="2" charset="0"/>
              </a:rPr>
              <a:t>لَهُ </a:t>
            </a:r>
            <a:r>
              <a:rPr lang="ar-AE" b="1" dirty="0" smtClean="0">
                <a:latin typeface="Power Geez Unicode1" panose="00000400000000000000" pitchFamily="2" charset="0"/>
              </a:rPr>
              <a:t>لَحَافِظُونَ</a:t>
            </a:r>
            <a:endParaRPr lang="en-US" b="1" dirty="0" smtClean="0">
              <a:latin typeface="Power Geez Unicode1" panose="00000400000000000000" pitchFamily="2" charset="0"/>
            </a:endParaRPr>
          </a:p>
          <a:p>
            <a:pPr>
              <a:lnSpc>
                <a:spcPct val="160000"/>
              </a:lnSpc>
              <a:buFont typeface="Wingdings" panose="05000000000000000000" pitchFamily="2" charset="2"/>
              <a:buChar char="§"/>
            </a:pPr>
            <a:r>
              <a:rPr lang="en-US" b="1" dirty="0">
                <a:solidFill>
                  <a:srgbClr val="7030A0"/>
                </a:solidFill>
                <a:latin typeface="Power Geez Unicode1" panose="00000400000000000000" pitchFamily="2" charset="0"/>
              </a:rPr>
              <a:t> </a:t>
            </a:r>
            <a:r>
              <a:rPr lang="am-ET" b="1" dirty="0">
                <a:solidFill>
                  <a:srgbClr val="7030A0"/>
                </a:solidFill>
              </a:rPr>
              <a:t>ሱራ </a:t>
            </a:r>
            <a:r>
              <a:rPr lang="en-US" b="1" dirty="0" smtClean="0">
                <a:solidFill>
                  <a:srgbClr val="7030A0"/>
                </a:solidFill>
                <a:latin typeface="Power Geez Unicode1" panose="00000400000000000000" pitchFamily="2" charset="0"/>
              </a:rPr>
              <a:t>51:48 </a:t>
            </a:r>
            <a:r>
              <a:rPr lang="en-US" b="1" dirty="0" err="1">
                <a:solidFill>
                  <a:srgbClr val="7030A0"/>
                </a:solidFill>
                <a:latin typeface="Power Geez Unicode1" panose="00000400000000000000" pitchFamily="2" charset="0"/>
              </a:rPr>
              <a:t>እንዲህ</a:t>
            </a:r>
            <a:r>
              <a:rPr lang="en-US" b="1" dirty="0">
                <a:solidFill>
                  <a:srgbClr val="7030A0"/>
                </a:solidFill>
                <a:latin typeface="Power Geez Unicode1" panose="00000400000000000000" pitchFamily="2" charset="0"/>
              </a:rPr>
              <a:t> </a:t>
            </a:r>
            <a:r>
              <a:rPr lang="en-US" b="1" dirty="0" err="1" smtClean="0">
                <a:solidFill>
                  <a:srgbClr val="7030A0"/>
                </a:solidFill>
                <a:latin typeface="Power Geez Unicode1" panose="00000400000000000000" pitchFamily="2" charset="0"/>
              </a:rPr>
              <a:t>ይላል</a:t>
            </a:r>
            <a:r>
              <a:rPr lang="en-US" b="1" dirty="0" smtClean="0">
                <a:solidFill>
                  <a:srgbClr val="7030A0"/>
                </a:solidFill>
                <a:latin typeface="Power Geez Unicode1" panose="00000400000000000000" pitchFamily="2" charset="0"/>
              </a:rPr>
              <a:t>፡- </a:t>
            </a:r>
            <a:r>
              <a:rPr lang="am-ET" b="1" dirty="0"/>
              <a:t>ምድርንም </a:t>
            </a:r>
            <a:r>
              <a:rPr lang="am-ET" b="1" dirty="0">
                <a:solidFill>
                  <a:srgbClr val="00B050"/>
                </a:solidFill>
              </a:rPr>
              <a:t>ዘረጋናት</a:t>
            </a:r>
            <a:r>
              <a:rPr lang="am-ET" b="1" dirty="0"/>
              <a:t>፡፡ ምን ያማርንም </a:t>
            </a:r>
            <a:r>
              <a:rPr lang="am-ET" b="1" dirty="0">
                <a:solidFill>
                  <a:srgbClr val="00B050"/>
                </a:solidFill>
              </a:rPr>
              <a:t>ዘርጊዎች (ነን</a:t>
            </a:r>
            <a:r>
              <a:rPr lang="am-ET" b="1" dirty="0" smtClean="0">
                <a:solidFill>
                  <a:srgbClr val="00B050"/>
                </a:solidFill>
              </a:rPr>
              <a:t>!)</a:t>
            </a:r>
            <a:endParaRPr lang="en-US" b="1" dirty="0" smtClean="0">
              <a:solidFill>
                <a:srgbClr val="00B050"/>
              </a:solidFill>
              <a:latin typeface="Power Geez Unicode1" panose="00000400000000000000" pitchFamily="2" charset="0"/>
            </a:endParaRPr>
          </a:p>
          <a:p>
            <a:pPr marL="0" indent="0">
              <a:lnSpc>
                <a:spcPct val="160000"/>
              </a:lnSpc>
              <a:buNone/>
            </a:pPr>
            <a:r>
              <a:rPr lang="ar-AE" b="1" dirty="0">
                <a:latin typeface="Power Geez Unicode1" panose="00000400000000000000" pitchFamily="2" charset="0"/>
              </a:rPr>
              <a:t>وَالْأَرْضَ </a:t>
            </a:r>
            <a:r>
              <a:rPr lang="ar-AE" b="1" dirty="0">
                <a:solidFill>
                  <a:srgbClr val="00B050"/>
                </a:solidFill>
                <a:latin typeface="Power Geez Unicode1" panose="00000400000000000000" pitchFamily="2" charset="0"/>
              </a:rPr>
              <a:t>فَرَشْنَا</a:t>
            </a:r>
            <a:r>
              <a:rPr lang="ar-AE" b="1" dirty="0">
                <a:latin typeface="Power Geez Unicode1" panose="00000400000000000000" pitchFamily="2" charset="0"/>
              </a:rPr>
              <a:t>هَا فَنِعْمَ </a:t>
            </a:r>
            <a:r>
              <a:rPr lang="ar-AE" b="1" dirty="0" smtClean="0">
                <a:solidFill>
                  <a:srgbClr val="00B050"/>
                </a:solidFill>
                <a:latin typeface="Power Geez Unicode1" panose="00000400000000000000" pitchFamily="2" charset="0"/>
              </a:rPr>
              <a:t>الْمَاهِدُون</a:t>
            </a:r>
            <a:r>
              <a:rPr lang="ar-AE" b="1" dirty="0" smtClean="0">
                <a:latin typeface="Power Geez Unicode1" panose="00000400000000000000" pitchFamily="2" charset="0"/>
              </a:rPr>
              <a:t>َ</a:t>
            </a:r>
            <a:endParaRPr lang="en-US" b="1" dirty="0" smtClean="0">
              <a:latin typeface="Power Geez Unicode1" panose="00000400000000000000" pitchFamily="2" charset="0"/>
            </a:endParaRPr>
          </a:p>
          <a:p>
            <a:pPr>
              <a:lnSpc>
                <a:spcPct val="160000"/>
              </a:lnSpc>
              <a:buFont typeface="Wingdings" panose="05000000000000000000" pitchFamily="2" charset="2"/>
              <a:buChar char="§"/>
            </a:pPr>
            <a:r>
              <a:rPr lang="en-US" b="1" dirty="0">
                <a:solidFill>
                  <a:srgbClr val="7030A0"/>
                </a:solidFill>
                <a:latin typeface="Power Geez Unicode1" panose="00000400000000000000" pitchFamily="2" charset="0"/>
              </a:rPr>
              <a:t> </a:t>
            </a:r>
            <a:r>
              <a:rPr lang="am-ET" b="1" dirty="0">
                <a:solidFill>
                  <a:srgbClr val="7030A0"/>
                </a:solidFill>
              </a:rPr>
              <a:t>ሱራ </a:t>
            </a:r>
            <a:r>
              <a:rPr lang="en-US" b="1" dirty="0" smtClean="0">
                <a:solidFill>
                  <a:srgbClr val="7030A0"/>
                </a:solidFill>
                <a:latin typeface="Power Geez Unicode1" panose="00000400000000000000" pitchFamily="2" charset="0"/>
              </a:rPr>
              <a:t>50:16 </a:t>
            </a:r>
            <a:r>
              <a:rPr lang="en-US" b="1" dirty="0" err="1">
                <a:solidFill>
                  <a:srgbClr val="7030A0"/>
                </a:solidFill>
                <a:latin typeface="Power Geez Unicode1" panose="00000400000000000000" pitchFamily="2" charset="0"/>
              </a:rPr>
              <a:t>እንዲህ</a:t>
            </a:r>
            <a:r>
              <a:rPr lang="en-US" b="1" dirty="0">
                <a:solidFill>
                  <a:srgbClr val="7030A0"/>
                </a:solidFill>
                <a:latin typeface="Power Geez Unicode1" panose="00000400000000000000" pitchFamily="2" charset="0"/>
              </a:rPr>
              <a:t> </a:t>
            </a:r>
            <a:r>
              <a:rPr lang="en-US" b="1" dirty="0" err="1" smtClean="0">
                <a:solidFill>
                  <a:srgbClr val="7030A0"/>
                </a:solidFill>
                <a:latin typeface="Power Geez Unicode1" panose="00000400000000000000" pitchFamily="2" charset="0"/>
              </a:rPr>
              <a:t>ይላል</a:t>
            </a:r>
            <a:r>
              <a:rPr lang="en-US" b="1" dirty="0" smtClean="0">
                <a:latin typeface="Power Geez Unicode1" panose="00000400000000000000" pitchFamily="2" charset="0"/>
              </a:rPr>
              <a:t>፡- </a:t>
            </a:r>
            <a:r>
              <a:rPr lang="am-ET" b="1" dirty="0"/>
              <a:t>ሰውንም ነፍሱ (በሐሳቡ) የምታጫውተውን </a:t>
            </a:r>
            <a:r>
              <a:rPr lang="am-ET" b="1" dirty="0">
                <a:solidFill>
                  <a:srgbClr val="00B050"/>
                </a:solidFill>
              </a:rPr>
              <a:t>የምናውቅ ስንኾን </a:t>
            </a:r>
            <a:r>
              <a:rPr lang="am-ET" b="1" dirty="0"/>
              <a:t>በእርግጥ </a:t>
            </a:r>
            <a:r>
              <a:rPr lang="am-ET" b="1" dirty="0">
                <a:solidFill>
                  <a:srgbClr val="00B050"/>
                </a:solidFill>
              </a:rPr>
              <a:t>ፈጠርነው</a:t>
            </a:r>
            <a:r>
              <a:rPr lang="am-ET" b="1" dirty="0"/>
              <a:t>፤ </a:t>
            </a:r>
            <a:r>
              <a:rPr lang="am-ET" b="1" dirty="0">
                <a:solidFill>
                  <a:srgbClr val="00B050"/>
                </a:solidFill>
              </a:rPr>
              <a:t>እኛም </a:t>
            </a:r>
            <a:r>
              <a:rPr lang="am-ET" b="1" dirty="0"/>
              <a:t>ከደም ጋኑ ጅማት ይበልጥ ወደርሱ ቅርብ </a:t>
            </a:r>
            <a:r>
              <a:rPr lang="am-ET" b="1" dirty="0">
                <a:solidFill>
                  <a:srgbClr val="00B050"/>
                </a:solidFill>
              </a:rPr>
              <a:t>ነን</a:t>
            </a:r>
            <a:r>
              <a:rPr lang="am-ET" b="1" dirty="0" smtClean="0"/>
              <a:t>፡፡</a:t>
            </a:r>
            <a:endParaRPr lang="en-US" b="1" dirty="0" smtClean="0">
              <a:latin typeface="Power Geez Unicode1" panose="00000400000000000000" pitchFamily="2" charset="0"/>
            </a:endParaRPr>
          </a:p>
          <a:p>
            <a:pPr marL="0" indent="0">
              <a:lnSpc>
                <a:spcPct val="160000"/>
              </a:lnSpc>
              <a:buNone/>
            </a:pPr>
            <a:r>
              <a:rPr lang="ar-AE" b="1" dirty="0">
                <a:latin typeface="Power Geez Unicode1" panose="00000400000000000000" pitchFamily="2" charset="0"/>
              </a:rPr>
              <a:t>وَلَقَدْ </a:t>
            </a:r>
            <a:r>
              <a:rPr lang="ar-AE" b="1" dirty="0">
                <a:solidFill>
                  <a:srgbClr val="00B050"/>
                </a:solidFill>
                <a:latin typeface="Power Geez Unicode1" panose="00000400000000000000" pitchFamily="2" charset="0"/>
              </a:rPr>
              <a:t>خَلَقْنَا</a:t>
            </a:r>
            <a:r>
              <a:rPr lang="ar-AE" b="1" dirty="0">
                <a:latin typeface="Power Geez Unicode1" panose="00000400000000000000" pitchFamily="2" charset="0"/>
              </a:rPr>
              <a:t> الْإِنْسَانَ وَ</a:t>
            </a:r>
            <a:r>
              <a:rPr lang="ar-AE" b="1" dirty="0">
                <a:solidFill>
                  <a:srgbClr val="00B050"/>
                </a:solidFill>
                <a:latin typeface="Power Geez Unicode1" panose="00000400000000000000" pitchFamily="2" charset="0"/>
              </a:rPr>
              <a:t>نَعْلَمُ</a:t>
            </a:r>
            <a:r>
              <a:rPr lang="ar-AE" b="1" dirty="0">
                <a:latin typeface="Power Geez Unicode1" panose="00000400000000000000" pitchFamily="2" charset="0"/>
              </a:rPr>
              <a:t> مَا تُوَسْوِسُ بِهِ نَفْسُهُ ۖ وَن</a:t>
            </a:r>
            <a:r>
              <a:rPr lang="ar-AE" b="1" dirty="0">
                <a:solidFill>
                  <a:srgbClr val="00B050"/>
                </a:solidFill>
                <a:latin typeface="Power Geez Unicode1" panose="00000400000000000000" pitchFamily="2" charset="0"/>
              </a:rPr>
              <a:t>َحْنُ</a:t>
            </a:r>
            <a:r>
              <a:rPr lang="ar-AE" b="1" dirty="0">
                <a:latin typeface="Power Geez Unicode1" panose="00000400000000000000" pitchFamily="2" charset="0"/>
              </a:rPr>
              <a:t> أَقْرَبُ إِلَيْهِ مِنْ حَبْلِ الْوَرِيدِ</a:t>
            </a:r>
            <a:endParaRPr lang="en-US" b="1" dirty="0" smtClean="0">
              <a:solidFill>
                <a:srgbClr val="FF0000"/>
              </a:solidFill>
              <a:latin typeface="Power Geez Unicode1" panose="00000400000000000000" pitchFamily="2" charset="0"/>
            </a:endParaRPr>
          </a:p>
          <a:p>
            <a:pPr marL="0" indent="0">
              <a:buNone/>
            </a:pPr>
            <a:endParaRPr lang="en-US" dirty="0"/>
          </a:p>
        </p:txBody>
      </p:sp>
    </p:spTree>
    <p:extLst>
      <p:ext uri="{BB962C8B-B14F-4D97-AF65-F5344CB8AC3E}">
        <p14:creationId xmlns:p14="http://schemas.microsoft.com/office/powerpoint/2010/main" val="2954789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Effect transition="in" filter="fade">
                                      <p:cBhvr>
                                        <p:cTn id="24" dur="1000"/>
                                        <p:tgtEl>
                                          <p:spTgt spid="3">
                                            <p:txEl>
                                              <p:pRg st="3" end="3"/>
                                            </p:txEl>
                                          </p:spTgt>
                                        </p:tgtEl>
                                      </p:cBhvr>
                                    </p:animEffect>
                                    <p:anim calcmode="lin" valueType="num">
                                      <p:cBhvr>
                                        <p:cTn id="2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Effect transition="in" filter="fade">
                                      <p:cBhvr>
                                        <p:cTn id="29" dur="1000"/>
                                        <p:tgtEl>
                                          <p:spTgt spid="3">
                                            <p:txEl>
                                              <p:pRg st="4" end="4"/>
                                            </p:txEl>
                                          </p:spTgt>
                                        </p:tgtEl>
                                      </p:cBhvr>
                                    </p:animEffect>
                                    <p:anim calcmode="lin" valueType="num">
                                      <p:cBhvr>
                                        <p:cTn id="30"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nodeType="clickEffect">
                                  <p:stCondLst>
                                    <p:cond delay="0"/>
                                  </p:stCondLst>
                                  <p:childTnLst>
                                    <p:set>
                                      <p:cBhvr>
                                        <p:cTn id="35" dur="1" fill="hold">
                                          <p:stCondLst>
                                            <p:cond delay="0"/>
                                          </p:stCondLst>
                                        </p:cTn>
                                        <p:tgtEl>
                                          <p:spTgt spid="3">
                                            <p:txEl>
                                              <p:pRg st="5" end="5"/>
                                            </p:txEl>
                                          </p:spTgt>
                                        </p:tgtEl>
                                        <p:attrNameLst>
                                          <p:attrName>style.visibility</p:attrName>
                                        </p:attrNameLst>
                                      </p:cBhvr>
                                      <p:to>
                                        <p:strVal val="visible"/>
                                      </p:to>
                                    </p:set>
                                    <p:animEffect transition="in" filter="fade">
                                      <p:cBhvr>
                                        <p:cTn id="36" dur="1000"/>
                                        <p:tgtEl>
                                          <p:spTgt spid="3">
                                            <p:txEl>
                                              <p:pRg st="5" end="5"/>
                                            </p:txEl>
                                          </p:spTgt>
                                        </p:tgtEl>
                                      </p:cBhvr>
                                    </p:animEffect>
                                    <p:anim calcmode="lin" valueType="num">
                                      <p:cBhvr>
                                        <p:cTn id="37"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8" dur="1000" fill="hold"/>
                                        <p:tgtEl>
                                          <p:spTgt spid="3">
                                            <p:txEl>
                                              <p:pRg st="5" end="5"/>
                                            </p:txEl>
                                          </p:spTgt>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0"/>
                                  </p:stCondLst>
                                  <p:childTnLst>
                                    <p:set>
                                      <p:cBhvr>
                                        <p:cTn id="40" dur="1" fill="hold">
                                          <p:stCondLst>
                                            <p:cond delay="0"/>
                                          </p:stCondLst>
                                        </p:cTn>
                                        <p:tgtEl>
                                          <p:spTgt spid="3">
                                            <p:txEl>
                                              <p:pRg st="6" end="6"/>
                                            </p:txEl>
                                          </p:spTgt>
                                        </p:tgtEl>
                                        <p:attrNameLst>
                                          <p:attrName>style.visibility</p:attrName>
                                        </p:attrNameLst>
                                      </p:cBhvr>
                                      <p:to>
                                        <p:strVal val="visible"/>
                                      </p:to>
                                    </p:set>
                                    <p:animEffect transition="in" filter="fade">
                                      <p:cBhvr>
                                        <p:cTn id="41" dur="1000"/>
                                        <p:tgtEl>
                                          <p:spTgt spid="3">
                                            <p:txEl>
                                              <p:pRg st="6" end="6"/>
                                            </p:txEl>
                                          </p:spTgt>
                                        </p:tgtEl>
                                      </p:cBhvr>
                                    </p:animEffect>
                                    <p:anim calcmode="lin" valueType="num">
                                      <p:cBhvr>
                                        <p:cTn id="42"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3"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flipV="1">
            <a:off x="457200" y="0"/>
            <a:ext cx="8229600" cy="152400"/>
          </a:xfrm>
        </p:spPr>
        <p:txBody>
          <a:bodyPr>
            <a:normAutofit fontScale="90000"/>
          </a:bodyPr>
          <a:lstStyle/>
          <a:p>
            <a:endParaRPr lang="en-US" dirty="0"/>
          </a:p>
        </p:txBody>
      </p:sp>
      <p:sp>
        <p:nvSpPr>
          <p:cNvPr id="3" name="Content Placeholder 2"/>
          <p:cNvSpPr>
            <a:spLocks noGrp="1"/>
          </p:cNvSpPr>
          <p:nvPr>
            <p:ph idx="1"/>
          </p:nvPr>
        </p:nvSpPr>
        <p:spPr>
          <a:xfrm>
            <a:off x="152400" y="304800"/>
            <a:ext cx="8839200" cy="6477000"/>
          </a:xfrm>
        </p:spPr>
        <p:txBody>
          <a:bodyPr>
            <a:normAutofit fontScale="92500" lnSpcReduction="20000"/>
          </a:bodyPr>
          <a:lstStyle/>
          <a:p>
            <a:pPr algn="just">
              <a:lnSpc>
                <a:spcPct val="150000"/>
              </a:lnSpc>
              <a:buFont typeface="Wingdings" panose="05000000000000000000" pitchFamily="2" charset="2"/>
              <a:buChar char="§"/>
            </a:pPr>
            <a:r>
              <a:rPr lang="en-US" b="1" dirty="0" smtClean="0">
                <a:solidFill>
                  <a:srgbClr val="7030A0"/>
                </a:solidFill>
                <a:latin typeface="Power Geez Unicode1" panose="00000400000000000000" pitchFamily="2" charset="0"/>
              </a:rPr>
              <a:t> </a:t>
            </a:r>
            <a:r>
              <a:rPr lang="en-US" b="1" dirty="0" err="1" smtClean="0">
                <a:solidFill>
                  <a:srgbClr val="7030A0"/>
                </a:solidFill>
                <a:latin typeface="Power Geez Unicode1" panose="00000400000000000000" pitchFamily="2" charset="0"/>
              </a:rPr>
              <a:t>ሱራ</a:t>
            </a:r>
            <a:r>
              <a:rPr lang="en-US" b="1" dirty="0" smtClean="0">
                <a:solidFill>
                  <a:srgbClr val="7030A0"/>
                </a:solidFill>
                <a:latin typeface="Power Geez Unicode1" panose="00000400000000000000" pitchFamily="2" charset="0"/>
              </a:rPr>
              <a:t> 5፡46 </a:t>
            </a:r>
            <a:r>
              <a:rPr lang="en-US" b="1" dirty="0" err="1" smtClean="0">
                <a:solidFill>
                  <a:srgbClr val="7030A0"/>
                </a:solidFill>
                <a:latin typeface="Power Geez Unicode1" panose="00000400000000000000" pitchFamily="2" charset="0"/>
              </a:rPr>
              <a:t>እንዲህ</a:t>
            </a:r>
            <a:r>
              <a:rPr lang="en-US" b="1" dirty="0" smtClean="0">
                <a:solidFill>
                  <a:srgbClr val="7030A0"/>
                </a:solidFill>
                <a:latin typeface="Power Geez Unicode1" panose="00000400000000000000" pitchFamily="2" charset="0"/>
              </a:rPr>
              <a:t> </a:t>
            </a:r>
            <a:r>
              <a:rPr lang="en-US" b="1" dirty="0" err="1" smtClean="0">
                <a:solidFill>
                  <a:srgbClr val="7030A0"/>
                </a:solidFill>
                <a:latin typeface="Power Geez Unicode1" panose="00000400000000000000" pitchFamily="2" charset="0"/>
              </a:rPr>
              <a:t>ይላል</a:t>
            </a:r>
            <a:r>
              <a:rPr lang="en-US" b="1" dirty="0" smtClean="0">
                <a:solidFill>
                  <a:srgbClr val="7030A0"/>
                </a:solidFill>
                <a:latin typeface="Power Geez Unicode1" panose="00000400000000000000" pitchFamily="2" charset="0"/>
              </a:rPr>
              <a:t>፡- </a:t>
            </a:r>
            <a:r>
              <a:rPr lang="am-ET" b="1" dirty="0" smtClean="0"/>
              <a:t>በፈለጎቻቸውም </a:t>
            </a:r>
            <a:r>
              <a:rPr lang="am-ET" b="1" dirty="0"/>
              <a:t>(በነቢያቶቹ ፈለግ) ላይ የመርየምን ልጅ ዒሳን ከተውራት በስተፊቱ ያለውን አረጋጋጭ ሲኾን </a:t>
            </a:r>
            <a:r>
              <a:rPr lang="am-ET" b="1" dirty="0">
                <a:solidFill>
                  <a:srgbClr val="00B050"/>
                </a:solidFill>
              </a:rPr>
              <a:t>አስከተልን</a:t>
            </a:r>
            <a:r>
              <a:rPr lang="am-ET" b="1" dirty="0"/>
              <a:t>፡፡ ኢንጂልንም በውስጡ ቀጥታና ብርሃን ያለበት በስተፊቱ ያለችውን ተውራትንም የሚያረጋግጥ ለጥንቁቆችም መሪና ገሳጭ ሲኾን </a:t>
            </a:r>
            <a:r>
              <a:rPr lang="am-ET" b="1" dirty="0">
                <a:solidFill>
                  <a:srgbClr val="00B050"/>
                </a:solidFill>
              </a:rPr>
              <a:t>ሰጠነው</a:t>
            </a:r>
            <a:r>
              <a:rPr lang="am-ET" b="1" dirty="0" smtClean="0"/>
              <a:t>፡፡</a:t>
            </a:r>
            <a:endParaRPr lang="en-US" b="1" dirty="0" smtClean="0">
              <a:latin typeface="Power Geez Unicode1" panose="00000400000000000000" pitchFamily="2" charset="0"/>
            </a:endParaRPr>
          </a:p>
          <a:p>
            <a:pPr algn="just">
              <a:lnSpc>
                <a:spcPct val="150000"/>
              </a:lnSpc>
              <a:buFont typeface="Wingdings" panose="05000000000000000000" pitchFamily="2" charset="2"/>
              <a:buChar char="§"/>
            </a:pPr>
            <a:r>
              <a:rPr lang="en-US" b="1" dirty="0">
                <a:latin typeface="Power Geez Unicode1" panose="00000400000000000000" pitchFamily="2" charset="0"/>
              </a:rPr>
              <a:t> </a:t>
            </a:r>
            <a:r>
              <a:rPr lang="ar-AE" b="1" dirty="0">
                <a:latin typeface="Power Geez Unicode1" panose="00000400000000000000" pitchFamily="2" charset="0"/>
              </a:rPr>
              <a:t>و</a:t>
            </a:r>
            <a:r>
              <a:rPr lang="ar-AE" b="1" dirty="0">
                <a:solidFill>
                  <a:srgbClr val="00B050"/>
                </a:solidFill>
                <a:latin typeface="Power Geez Unicode1" panose="00000400000000000000" pitchFamily="2" charset="0"/>
              </a:rPr>
              <a:t>َقَفَّيْنَا </a:t>
            </a:r>
            <a:r>
              <a:rPr lang="ar-AE" b="1" dirty="0">
                <a:latin typeface="Power Geez Unicode1" panose="00000400000000000000" pitchFamily="2" charset="0"/>
              </a:rPr>
              <a:t>عَلَىٰ آثَارِهِمْ بِعِيسَى ابْنِ مَرْيَمَ مُصَدِّقًا لِمَا بَيْنَ يَدَيْهِ مِنَ التَّوْرَاةِ ۖ و</a:t>
            </a:r>
            <a:r>
              <a:rPr lang="ar-AE" b="1" dirty="0">
                <a:solidFill>
                  <a:srgbClr val="00B050"/>
                </a:solidFill>
                <a:latin typeface="Power Geez Unicode1" panose="00000400000000000000" pitchFamily="2" charset="0"/>
              </a:rPr>
              <a:t>َآتَيْنَاهُ</a:t>
            </a:r>
            <a:r>
              <a:rPr lang="ar-AE" b="1" dirty="0">
                <a:latin typeface="Power Geez Unicode1" panose="00000400000000000000" pitchFamily="2" charset="0"/>
              </a:rPr>
              <a:t> الْإِنْجِيلَ فِيهِ هُدًى وَنُورٌ وَمُصَدِّقًا لِمَا بَيْنَ يَدَيْهِ مِنَ التَّوْرَاةِ وَهُدًى وَمَوْعِظَةً لِلْمُتَّقِينَ</a:t>
            </a:r>
            <a:endParaRPr lang="en-US" b="1" dirty="0">
              <a:latin typeface="Power Geez Unicode1" panose="00000400000000000000" pitchFamily="2" charset="0"/>
            </a:endParaRPr>
          </a:p>
        </p:txBody>
      </p:sp>
    </p:spTree>
    <p:extLst>
      <p:ext uri="{BB962C8B-B14F-4D97-AF65-F5344CB8AC3E}">
        <p14:creationId xmlns:p14="http://schemas.microsoft.com/office/powerpoint/2010/main" val="39638319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flipV="1">
            <a:off x="457200" y="152400"/>
            <a:ext cx="8229600" cy="122238"/>
          </a:xfrm>
        </p:spPr>
        <p:txBody>
          <a:bodyPr>
            <a:normAutofit fontScale="90000"/>
          </a:bodyPr>
          <a:lstStyle/>
          <a:p>
            <a:endParaRPr lang="en-US" dirty="0"/>
          </a:p>
        </p:txBody>
      </p:sp>
      <p:sp>
        <p:nvSpPr>
          <p:cNvPr id="3" name="Content Placeholder 2"/>
          <p:cNvSpPr>
            <a:spLocks noGrp="1"/>
          </p:cNvSpPr>
          <p:nvPr>
            <p:ph idx="1"/>
          </p:nvPr>
        </p:nvSpPr>
        <p:spPr>
          <a:xfrm>
            <a:off x="76200" y="457200"/>
            <a:ext cx="8915400" cy="6553200"/>
          </a:xfrm>
        </p:spPr>
        <p:txBody>
          <a:bodyPr>
            <a:normAutofit fontScale="70000" lnSpcReduction="20000"/>
          </a:bodyPr>
          <a:lstStyle/>
          <a:p>
            <a:pPr algn="just">
              <a:lnSpc>
                <a:spcPct val="160000"/>
              </a:lnSpc>
              <a:buFont typeface="Wingdings" panose="05000000000000000000" pitchFamily="2" charset="2"/>
              <a:buChar char="§"/>
            </a:pPr>
            <a:r>
              <a:rPr lang="en-US" b="1" dirty="0" smtClean="0">
                <a:latin typeface="Power Geez Unicode1" panose="00000400000000000000" pitchFamily="2" charset="0"/>
              </a:rPr>
              <a:t> </a:t>
            </a:r>
            <a:r>
              <a:rPr lang="en-US" sz="4000" b="1" dirty="0" err="1" smtClean="0">
                <a:solidFill>
                  <a:srgbClr val="7030A0"/>
                </a:solidFill>
                <a:latin typeface="Power Geez Unicode1" panose="00000400000000000000" pitchFamily="2" charset="0"/>
              </a:rPr>
              <a:t>ሱራ</a:t>
            </a:r>
            <a:r>
              <a:rPr lang="en-US" sz="4000" b="1" dirty="0" smtClean="0">
                <a:solidFill>
                  <a:srgbClr val="7030A0"/>
                </a:solidFill>
                <a:latin typeface="Power Geez Unicode1" panose="00000400000000000000" pitchFamily="2" charset="0"/>
              </a:rPr>
              <a:t> 5፡44 </a:t>
            </a:r>
            <a:r>
              <a:rPr lang="en-US" sz="4000" b="1" dirty="0" err="1" smtClean="0">
                <a:solidFill>
                  <a:srgbClr val="7030A0"/>
                </a:solidFill>
                <a:latin typeface="Power Geez Unicode1" panose="00000400000000000000" pitchFamily="2" charset="0"/>
              </a:rPr>
              <a:t>እንዲህ</a:t>
            </a:r>
            <a:r>
              <a:rPr lang="en-US" sz="4000" b="1" dirty="0" smtClean="0">
                <a:solidFill>
                  <a:srgbClr val="7030A0"/>
                </a:solidFill>
                <a:latin typeface="Power Geez Unicode1" panose="00000400000000000000" pitchFamily="2" charset="0"/>
              </a:rPr>
              <a:t> </a:t>
            </a:r>
            <a:r>
              <a:rPr lang="en-US" sz="4000" b="1" dirty="0" err="1" smtClean="0">
                <a:solidFill>
                  <a:srgbClr val="7030A0"/>
                </a:solidFill>
                <a:latin typeface="Power Geez Unicode1" panose="00000400000000000000" pitchFamily="2" charset="0"/>
              </a:rPr>
              <a:t>ይላል</a:t>
            </a:r>
            <a:r>
              <a:rPr lang="en-US" b="1" dirty="0" smtClean="0">
                <a:latin typeface="Power Geez Unicode1" panose="00000400000000000000" pitchFamily="2" charset="0"/>
              </a:rPr>
              <a:t>፡- </a:t>
            </a:r>
            <a:r>
              <a:rPr lang="am-ET" b="1" dirty="0" smtClean="0">
                <a:solidFill>
                  <a:srgbClr val="00B050"/>
                </a:solidFill>
              </a:rPr>
              <a:t>እኛ</a:t>
            </a:r>
            <a:r>
              <a:rPr lang="am-ET" b="1" dirty="0" smtClean="0"/>
              <a:t> </a:t>
            </a:r>
            <a:r>
              <a:rPr lang="am-ET" b="1" dirty="0"/>
              <a:t>ተውራትን በውስጥዋ መምሪያና ብርሃን ያለባት ስትኾን </a:t>
            </a:r>
            <a:r>
              <a:rPr lang="am-ET" b="1" dirty="0">
                <a:solidFill>
                  <a:srgbClr val="00B050"/>
                </a:solidFill>
              </a:rPr>
              <a:t>አወረድን</a:t>
            </a:r>
            <a:r>
              <a:rPr lang="am-ET" b="1" dirty="0"/>
              <a:t>፡፡ እነዚያ ትዕዛዝን የተቀበሉት ነቢያት በእነዚያ አይሁዳውያን በኾኑት ላይ በርሷ ይፈርዳሉ፡፡ ሊቃውንቱና ዐዋቂዎቹም ከአላህ መጽሐፍ እንዲጠብቁ በተደረጉትና በርሱም ላይ መስካሪዎች በኾኑት (ይፈርዳሉ)፡፡ ሰዎችንም አትፍሩ፡፡ </a:t>
            </a:r>
            <a:r>
              <a:rPr lang="am-ET" b="1" dirty="0">
                <a:solidFill>
                  <a:srgbClr val="00B050"/>
                </a:solidFill>
              </a:rPr>
              <a:t>ፍሩኝም</a:t>
            </a:r>
            <a:r>
              <a:rPr lang="am-ET" b="1" dirty="0"/>
              <a:t>፡፡ </a:t>
            </a:r>
            <a:r>
              <a:rPr lang="am-ET" b="1" dirty="0">
                <a:solidFill>
                  <a:srgbClr val="00B050"/>
                </a:solidFill>
              </a:rPr>
              <a:t>በአንቀጾቼም</a:t>
            </a:r>
            <a:r>
              <a:rPr lang="am-ET" b="1" dirty="0"/>
              <a:t> አነስተኛን ዋጋ አትለውጡ፡፡ </a:t>
            </a:r>
            <a:r>
              <a:rPr lang="am-ET" b="1" dirty="0">
                <a:solidFill>
                  <a:srgbClr val="00B050"/>
                </a:solidFill>
              </a:rPr>
              <a:t>አላህም ባወረደው </a:t>
            </a:r>
            <a:r>
              <a:rPr lang="am-ET" b="1" dirty="0"/>
              <a:t>ነገር ያልፈረደ ሰው እነዚያ ከሓዲዎቹ እነርሱ ናቸው</a:t>
            </a:r>
            <a:r>
              <a:rPr lang="am-ET" b="1" dirty="0" smtClean="0"/>
              <a:t>፡፡</a:t>
            </a:r>
            <a:endParaRPr lang="en-US" b="1" dirty="0" smtClean="0">
              <a:latin typeface="Power Geez Unicode1" panose="00000400000000000000" pitchFamily="2" charset="0"/>
            </a:endParaRPr>
          </a:p>
          <a:p>
            <a:pPr algn="just">
              <a:lnSpc>
                <a:spcPct val="160000"/>
              </a:lnSpc>
              <a:buFont typeface="Wingdings" panose="05000000000000000000" pitchFamily="2" charset="2"/>
              <a:buChar char="§"/>
            </a:pPr>
            <a:r>
              <a:rPr lang="ar-AE" b="1" dirty="0">
                <a:solidFill>
                  <a:srgbClr val="00B050"/>
                </a:solidFill>
                <a:latin typeface="Power Geez Unicode1" panose="00000400000000000000" pitchFamily="2" charset="0"/>
              </a:rPr>
              <a:t>إِنَّا أَنْزَلْنَا </a:t>
            </a:r>
            <a:r>
              <a:rPr lang="ar-AE" b="1" dirty="0">
                <a:latin typeface="Power Geez Unicode1" panose="00000400000000000000" pitchFamily="2" charset="0"/>
              </a:rPr>
              <a:t>التَّوْرَاةَ فِيهَا هُدًى وَنُورٌ ۚ يَحْكُمُ بِهَا النَّبِيُّونَ الَّذِينَ أَسْلَمُوا لِلَّذِينَ هَادُوا وَالرَّبَّانِيُّونَ وَالْأَحْبَارُ بِمَا اسْتُحْفِظُوا مِنْ </a:t>
            </a:r>
            <a:r>
              <a:rPr lang="ar-AE" b="1" dirty="0">
                <a:solidFill>
                  <a:srgbClr val="00B050"/>
                </a:solidFill>
                <a:latin typeface="Power Geez Unicode1" panose="00000400000000000000" pitchFamily="2" charset="0"/>
              </a:rPr>
              <a:t>كِتَابِ اللَّهِ </a:t>
            </a:r>
            <a:r>
              <a:rPr lang="ar-AE" b="1" dirty="0">
                <a:latin typeface="Power Geez Unicode1" panose="00000400000000000000" pitchFamily="2" charset="0"/>
              </a:rPr>
              <a:t>وَكَانُوا عَلَيْهِ شُهَدَاءَ ۚ فَلَا تَخْشَوُا النَّاسَ </a:t>
            </a:r>
            <a:r>
              <a:rPr lang="ar-AE" b="1" dirty="0">
                <a:solidFill>
                  <a:srgbClr val="00B050"/>
                </a:solidFill>
                <a:latin typeface="Power Geez Unicode1" panose="00000400000000000000" pitchFamily="2" charset="0"/>
              </a:rPr>
              <a:t>وَاخْشَوْن</a:t>
            </a:r>
            <a:r>
              <a:rPr lang="ar-AE" b="1" dirty="0">
                <a:latin typeface="Power Geez Unicode1" panose="00000400000000000000" pitchFamily="2" charset="0"/>
              </a:rPr>
              <a:t>ِ وَلَا </a:t>
            </a:r>
            <a:r>
              <a:rPr lang="ar-AE" b="1" dirty="0" smtClean="0">
                <a:latin typeface="Power Geez Unicode1" panose="00000400000000000000" pitchFamily="2" charset="0"/>
              </a:rPr>
              <a:t>تَشْتَرُوا </a:t>
            </a:r>
            <a:r>
              <a:rPr lang="ar-AE" b="1" dirty="0" smtClean="0">
                <a:solidFill>
                  <a:srgbClr val="00B050"/>
                </a:solidFill>
                <a:latin typeface="Power Geez Unicode1" panose="00000400000000000000" pitchFamily="2" charset="0"/>
              </a:rPr>
              <a:t>بِآيَاتِي</a:t>
            </a:r>
            <a:r>
              <a:rPr lang="ar-AE" b="1" dirty="0" smtClean="0">
                <a:latin typeface="Power Geez Unicode1" panose="00000400000000000000" pitchFamily="2" charset="0"/>
              </a:rPr>
              <a:t> </a:t>
            </a:r>
            <a:r>
              <a:rPr lang="ar-AE" b="1" dirty="0">
                <a:latin typeface="Power Geez Unicode1" panose="00000400000000000000" pitchFamily="2" charset="0"/>
              </a:rPr>
              <a:t>ثَمَنًا قَلِيلًا ۚ وَمَنْ لَمْ يَحْكُمْ بِمَا </a:t>
            </a:r>
            <a:r>
              <a:rPr lang="ar-AE" b="1" dirty="0">
                <a:solidFill>
                  <a:srgbClr val="00B050"/>
                </a:solidFill>
                <a:latin typeface="Power Geez Unicode1" panose="00000400000000000000" pitchFamily="2" charset="0"/>
              </a:rPr>
              <a:t>أَنْزَلَ اللَّهُ </a:t>
            </a:r>
            <a:r>
              <a:rPr lang="ar-AE" b="1" dirty="0">
                <a:latin typeface="Power Geez Unicode1" panose="00000400000000000000" pitchFamily="2" charset="0"/>
              </a:rPr>
              <a:t>فَأُولَٰئِكَ هُمُ الْكَافِرُونَ</a:t>
            </a:r>
            <a:endParaRPr lang="en-US" b="1" dirty="0">
              <a:latin typeface="Power Geez Unicode1" panose="00000400000000000000" pitchFamily="2" charset="0"/>
            </a:endParaRPr>
          </a:p>
        </p:txBody>
      </p:sp>
    </p:spTree>
    <p:extLst>
      <p:ext uri="{BB962C8B-B14F-4D97-AF65-F5344CB8AC3E}">
        <p14:creationId xmlns:p14="http://schemas.microsoft.com/office/powerpoint/2010/main" val="14254464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5719"/>
          </a:xfrm>
        </p:spPr>
        <p:txBody>
          <a:bodyPr>
            <a:normAutofit fontScale="90000"/>
          </a:bodyPr>
          <a:lstStyle/>
          <a:p>
            <a:endParaRPr lang="en-US" dirty="0"/>
          </a:p>
        </p:txBody>
      </p:sp>
      <p:sp>
        <p:nvSpPr>
          <p:cNvPr id="3" name="Content Placeholder 2"/>
          <p:cNvSpPr>
            <a:spLocks noGrp="1"/>
          </p:cNvSpPr>
          <p:nvPr>
            <p:ph idx="1"/>
          </p:nvPr>
        </p:nvSpPr>
        <p:spPr>
          <a:xfrm>
            <a:off x="152400" y="457200"/>
            <a:ext cx="8839200" cy="6248400"/>
          </a:xfrm>
        </p:spPr>
        <p:txBody>
          <a:bodyPr>
            <a:normAutofit fontScale="77500" lnSpcReduction="20000"/>
          </a:bodyPr>
          <a:lstStyle/>
          <a:p>
            <a:pPr algn="just">
              <a:lnSpc>
                <a:spcPct val="150000"/>
              </a:lnSpc>
              <a:buFont typeface="Wingdings" panose="05000000000000000000" pitchFamily="2" charset="2"/>
              <a:buChar char="§"/>
            </a:pPr>
            <a:r>
              <a:rPr lang="en-US" b="1" dirty="0" err="1" smtClean="0">
                <a:solidFill>
                  <a:srgbClr val="00B050"/>
                </a:solidFill>
                <a:latin typeface="Power Geez Unicode1" panose="00000400000000000000" pitchFamily="2" charset="0"/>
              </a:rPr>
              <a:t>በአጠቃላይ</a:t>
            </a:r>
            <a:r>
              <a:rPr lang="en-US" b="1" dirty="0" smtClean="0">
                <a:solidFill>
                  <a:srgbClr val="00B050"/>
                </a:solidFill>
                <a:latin typeface="Power Geez Unicode1" panose="00000400000000000000" pitchFamily="2" charset="0"/>
              </a:rPr>
              <a:t> </a:t>
            </a:r>
            <a:r>
              <a:rPr lang="en-US" b="1" dirty="0" err="1" smtClean="0">
                <a:latin typeface="Power Geez Unicode1" panose="00000400000000000000" pitchFamily="2" charset="0"/>
              </a:rPr>
              <a:t>ከላይ</a:t>
            </a:r>
            <a:r>
              <a:rPr lang="en-US" b="1" dirty="0" smtClean="0">
                <a:latin typeface="Power Geez Unicode1" panose="00000400000000000000" pitchFamily="2" charset="0"/>
              </a:rPr>
              <a:t> </a:t>
            </a:r>
            <a:r>
              <a:rPr lang="en-US" b="1" dirty="0" err="1" smtClean="0">
                <a:latin typeface="Power Geez Unicode1" panose="00000400000000000000" pitchFamily="2" charset="0"/>
              </a:rPr>
              <a:t>በተመለከትናቸው</a:t>
            </a:r>
            <a:r>
              <a:rPr lang="en-US" b="1" dirty="0" smtClean="0">
                <a:latin typeface="Power Geez Unicode1" panose="00000400000000000000" pitchFamily="2" charset="0"/>
              </a:rPr>
              <a:t> </a:t>
            </a:r>
            <a:r>
              <a:rPr lang="en-US" b="1" dirty="0" err="1" smtClean="0">
                <a:latin typeface="Power Geez Unicode1" panose="00000400000000000000" pitchFamily="2" charset="0"/>
              </a:rPr>
              <a:t>የቁርአን</a:t>
            </a:r>
            <a:r>
              <a:rPr lang="en-US" b="1" dirty="0" smtClean="0">
                <a:latin typeface="Power Geez Unicode1" panose="00000400000000000000" pitchFamily="2" charset="0"/>
              </a:rPr>
              <a:t> </a:t>
            </a:r>
            <a:r>
              <a:rPr lang="en-US" b="1" dirty="0" err="1" smtClean="0">
                <a:latin typeface="Power Geez Unicode1" panose="00000400000000000000" pitchFamily="2" charset="0"/>
              </a:rPr>
              <a:t>አንቀጾች</a:t>
            </a:r>
            <a:r>
              <a:rPr lang="en-US" b="1" dirty="0" smtClean="0">
                <a:latin typeface="Power Geez Unicode1" panose="00000400000000000000" pitchFamily="2" charset="0"/>
              </a:rPr>
              <a:t> </a:t>
            </a:r>
            <a:r>
              <a:rPr lang="en-US" b="1" dirty="0" err="1" smtClean="0">
                <a:latin typeface="Power Geez Unicode1" panose="00000400000000000000" pitchFamily="2" charset="0"/>
              </a:rPr>
              <a:t>የአላህን</a:t>
            </a:r>
            <a:r>
              <a:rPr lang="en-US" b="1" dirty="0" smtClean="0">
                <a:latin typeface="Power Geez Unicode1" panose="00000400000000000000" pitchFamily="2" charset="0"/>
              </a:rPr>
              <a:t> </a:t>
            </a:r>
            <a:r>
              <a:rPr lang="en-US" b="1" dirty="0" err="1" smtClean="0">
                <a:latin typeface="Power Geez Unicode1" panose="00000400000000000000" pitchFamily="2" charset="0"/>
              </a:rPr>
              <a:t>ብዝሃነት</a:t>
            </a:r>
            <a:r>
              <a:rPr lang="en-US" b="1" dirty="0" smtClean="0">
                <a:latin typeface="Power Geez Unicode1" panose="00000400000000000000" pitchFamily="2" charset="0"/>
              </a:rPr>
              <a:t> (</a:t>
            </a:r>
            <a:r>
              <a:rPr lang="en-US" b="1" dirty="0" err="1" smtClean="0">
                <a:latin typeface="Power Geez Unicode1" panose="00000400000000000000" pitchFamily="2" charset="0"/>
              </a:rPr>
              <a:t>እኛ</a:t>
            </a:r>
            <a:r>
              <a:rPr lang="en-US" b="1" dirty="0" smtClean="0">
                <a:latin typeface="Power Geez Unicode1" panose="00000400000000000000" pitchFamily="2" charset="0"/>
              </a:rPr>
              <a:t>) </a:t>
            </a:r>
            <a:r>
              <a:rPr lang="en-US" b="1" dirty="0" err="1" smtClean="0">
                <a:latin typeface="Power Geez Unicode1" panose="00000400000000000000" pitchFamily="2" charset="0"/>
              </a:rPr>
              <a:t>የሚለለውን</a:t>
            </a:r>
            <a:r>
              <a:rPr lang="en-US" b="1" dirty="0" smtClean="0">
                <a:latin typeface="Power Geez Unicode1" panose="00000400000000000000" pitchFamily="2" charset="0"/>
              </a:rPr>
              <a:t> </a:t>
            </a:r>
            <a:r>
              <a:rPr lang="en-US" b="1" dirty="0" err="1" smtClean="0">
                <a:latin typeface="Power Geez Unicode1" panose="00000400000000000000" pitchFamily="2" charset="0"/>
              </a:rPr>
              <a:t>ቃል</a:t>
            </a:r>
            <a:r>
              <a:rPr lang="en-US" b="1" dirty="0" smtClean="0">
                <a:latin typeface="Power Geez Unicode1" panose="00000400000000000000" pitchFamily="2" charset="0"/>
              </a:rPr>
              <a:t> </a:t>
            </a:r>
            <a:r>
              <a:rPr lang="en-US" b="1" dirty="0" err="1" smtClean="0">
                <a:latin typeface="Power Geez Unicode1" panose="00000400000000000000" pitchFamily="2" charset="0"/>
              </a:rPr>
              <a:t>ለመግለጽ</a:t>
            </a:r>
            <a:r>
              <a:rPr lang="en-US" b="1" dirty="0" smtClean="0">
                <a:latin typeface="Power Geez Unicode1" panose="00000400000000000000" pitchFamily="2" charset="0"/>
              </a:rPr>
              <a:t> </a:t>
            </a:r>
            <a:r>
              <a:rPr lang="en-US" b="1" dirty="0" err="1" smtClean="0">
                <a:latin typeface="Power Geez Unicode1" panose="00000400000000000000" pitchFamily="2" charset="0"/>
              </a:rPr>
              <a:t>የአረብኛ</a:t>
            </a:r>
            <a:r>
              <a:rPr lang="en-US" b="1" dirty="0" smtClean="0">
                <a:latin typeface="Power Geez Unicode1" panose="00000400000000000000" pitchFamily="2" charset="0"/>
              </a:rPr>
              <a:t> </a:t>
            </a:r>
            <a:r>
              <a:rPr lang="en-US" b="1" dirty="0" err="1" smtClean="0">
                <a:latin typeface="Power Geez Unicode1" panose="00000400000000000000" pitchFamily="2" charset="0"/>
              </a:rPr>
              <a:t>ቁርአን</a:t>
            </a:r>
            <a:r>
              <a:rPr lang="en-US" b="1" dirty="0" smtClean="0">
                <a:latin typeface="Power Geez Unicode1" panose="00000400000000000000" pitchFamily="2" charset="0"/>
              </a:rPr>
              <a:t> </a:t>
            </a:r>
            <a:r>
              <a:rPr lang="en-US" b="1" dirty="0" err="1" smtClean="0">
                <a:latin typeface="Power Geez Unicode1" panose="00000400000000000000" pitchFamily="2" charset="0"/>
              </a:rPr>
              <a:t>የተጠቀማቸው</a:t>
            </a:r>
            <a:r>
              <a:rPr lang="en-US" b="1" dirty="0" smtClean="0">
                <a:latin typeface="Power Geez Unicode1" panose="00000400000000000000" pitchFamily="2" charset="0"/>
              </a:rPr>
              <a:t> </a:t>
            </a:r>
            <a:r>
              <a:rPr lang="en-US" b="1" dirty="0" err="1" smtClean="0">
                <a:latin typeface="Power Geez Unicode1" panose="00000400000000000000" pitchFamily="2" charset="0"/>
              </a:rPr>
              <a:t>ቃላት</a:t>
            </a:r>
            <a:r>
              <a:rPr lang="en-US" b="1" dirty="0" smtClean="0">
                <a:latin typeface="Power Geez Unicode1" panose="00000400000000000000" pitchFamily="2" charset="0"/>
              </a:rPr>
              <a:t> “</a:t>
            </a:r>
            <a:r>
              <a:rPr lang="en-US" b="1" dirty="0" err="1" smtClean="0">
                <a:latin typeface="Power Geez Unicode1" panose="00000400000000000000" pitchFamily="2" charset="0"/>
              </a:rPr>
              <a:t>አና</a:t>
            </a:r>
            <a:r>
              <a:rPr lang="en-US" b="1" dirty="0" smtClean="0">
                <a:latin typeface="Power Geez Unicode1" panose="00000400000000000000" pitchFamily="2" charset="0"/>
              </a:rPr>
              <a:t>” ፣ “</a:t>
            </a:r>
            <a:r>
              <a:rPr lang="en-US" b="1" dirty="0" err="1" smtClean="0">
                <a:latin typeface="Power Geez Unicode1" panose="00000400000000000000" pitchFamily="2" charset="0"/>
              </a:rPr>
              <a:t>ነህኑ</a:t>
            </a:r>
            <a:r>
              <a:rPr lang="en-US" b="1" dirty="0" smtClean="0">
                <a:latin typeface="Power Geez Unicode1" panose="00000400000000000000" pitchFamily="2" charset="0"/>
              </a:rPr>
              <a:t>”  </a:t>
            </a:r>
            <a:r>
              <a:rPr lang="en-US" b="1" dirty="0" err="1" smtClean="0">
                <a:latin typeface="Power Geez Unicode1" panose="00000400000000000000" pitchFamily="2" charset="0"/>
              </a:rPr>
              <a:t>እንዲሁም</a:t>
            </a:r>
            <a:r>
              <a:rPr lang="en-US" b="1" dirty="0" smtClean="0">
                <a:latin typeface="Power Geez Unicode1" panose="00000400000000000000" pitchFamily="2" charset="0"/>
              </a:rPr>
              <a:t> </a:t>
            </a:r>
            <a:r>
              <a:rPr lang="en-US" b="1" dirty="0" err="1" smtClean="0">
                <a:latin typeface="Power Geez Unicode1" panose="00000400000000000000" pitchFamily="2" charset="0"/>
              </a:rPr>
              <a:t>ከግስ</a:t>
            </a:r>
            <a:r>
              <a:rPr lang="en-US" b="1" dirty="0" smtClean="0">
                <a:latin typeface="Power Geez Unicode1" panose="00000400000000000000" pitchFamily="2" charset="0"/>
              </a:rPr>
              <a:t> </a:t>
            </a:r>
            <a:r>
              <a:rPr lang="en-US" b="1" dirty="0" err="1" smtClean="0">
                <a:latin typeface="Power Geez Unicode1" panose="00000400000000000000" pitchFamily="2" charset="0"/>
              </a:rPr>
              <a:t>መጨረሻ</a:t>
            </a:r>
            <a:r>
              <a:rPr lang="en-US" b="1" dirty="0" smtClean="0">
                <a:latin typeface="Power Geez Unicode1" panose="00000400000000000000" pitchFamily="2" charset="0"/>
              </a:rPr>
              <a:t> “ና” </a:t>
            </a:r>
            <a:r>
              <a:rPr lang="en-US" b="1" dirty="0" err="1" smtClean="0">
                <a:latin typeface="Power Geez Unicode1" panose="00000400000000000000" pitchFamily="2" charset="0"/>
              </a:rPr>
              <a:t>የሚሉ</a:t>
            </a:r>
            <a:r>
              <a:rPr lang="en-US" b="1" dirty="0" smtClean="0">
                <a:latin typeface="Power Geez Unicode1" panose="00000400000000000000" pitchFamily="2" charset="0"/>
              </a:rPr>
              <a:t> </a:t>
            </a:r>
            <a:r>
              <a:rPr lang="en-US" b="1" dirty="0" err="1" smtClean="0">
                <a:latin typeface="Power Geez Unicode1" panose="00000400000000000000" pitchFamily="2" charset="0"/>
              </a:rPr>
              <a:t>ናቸው</a:t>
            </a:r>
            <a:r>
              <a:rPr lang="en-US" b="1" dirty="0" smtClean="0">
                <a:latin typeface="Power Geez Unicode1" panose="00000400000000000000" pitchFamily="2" charset="0"/>
              </a:rPr>
              <a:t>፡፡ </a:t>
            </a:r>
            <a:r>
              <a:rPr lang="en-US" b="1" dirty="0" err="1" smtClean="0">
                <a:latin typeface="Power Geez Unicode1" panose="00000400000000000000" pitchFamily="2" charset="0"/>
              </a:rPr>
              <a:t>በአረብኛ</a:t>
            </a:r>
            <a:r>
              <a:rPr lang="en-US" b="1" dirty="0" smtClean="0">
                <a:latin typeface="Power Geez Unicode1" panose="00000400000000000000" pitchFamily="2" charset="0"/>
              </a:rPr>
              <a:t> </a:t>
            </a:r>
            <a:r>
              <a:rPr lang="am-ET" b="1" dirty="0" smtClean="0"/>
              <a:t>ቋ</a:t>
            </a:r>
            <a:r>
              <a:rPr lang="en-US" b="1" dirty="0">
                <a:latin typeface="Power Geez Unicode1" panose="00000400000000000000" pitchFamily="2" charset="0"/>
              </a:rPr>
              <a:t>ን</a:t>
            </a:r>
            <a:r>
              <a:rPr lang="am-ET" b="1" dirty="0" smtClean="0"/>
              <a:t>ቋ</a:t>
            </a:r>
            <a:r>
              <a:rPr lang="en-US" b="1" dirty="0" smtClean="0">
                <a:latin typeface="Power Geez Unicode1" panose="00000400000000000000" pitchFamily="2" charset="0"/>
              </a:rPr>
              <a:t> </a:t>
            </a:r>
            <a:r>
              <a:rPr lang="en-US" b="1" dirty="0" err="1" smtClean="0">
                <a:latin typeface="Power Geez Unicode1" panose="00000400000000000000" pitchFamily="2" charset="0"/>
              </a:rPr>
              <a:t>እነዚህ</a:t>
            </a:r>
            <a:r>
              <a:rPr lang="en-US" b="1" dirty="0" smtClean="0">
                <a:latin typeface="Power Geez Unicode1" panose="00000400000000000000" pitchFamily="2" charset="0"/>
              </a:rPr>
              <a:t> </a:t>
            </a:r>
            <a:r>
              <a:rPr lang="en-US" b="1" dirty="0" err="1" smtClean="0">
                <a:latin typeface="Power Geez Unicode1" panose="00000400000000000000" pitchFamily="2" charset="0"/>
              </a:rPr>
              <a:t>ቃላት</a:t>
            </a:r>
            <a:r>
              <a:rPr lang="en-US" b="1" dirty="0" smtClean="0">
                <a:latin typeface="Power Geez Unicode1" panose="00000400000000000000" pitchFamily="2" charset="0"/>
              </a:rPr>
              <a:t> </a:t>
            </a:r>
            <a:r>
              <a:rPr lang="en-US" b="1" dirty="0" err="1" smtClean="0">
                <a:latin typeface="Power Geez Unicode1" panose="00000400000000000000" pitchFamily="2" charset="0"/>
              </a:rPr>
              <a:t>ሁለትና</a:t>
            </a:r>
            <a:r>
              <a:rPr lang="en-US" b="1" dirty="0" smtClean="0">
                <a:latin typeface="Power Geez Unicode1" panose="00000400000000000000" pitchFamily="2" charset="0"/>
              </a:rPr>
              <a:t> </a:t>
            </a:r>
            <a:r>
              <a:rPr lang="en-US" b="1" dirty="0" err="1" smtClean="0">
                <a:latin typeface="Power Geez Unicode1" panose="00000400000000000000" pitchFamily="2" charset="0"/>
              </a:rPr>
              <a:t>ከዚያ</a:t>
            </a:r>
            <a:r>
              <a:rPr lang="en-US" b="1" dirty="0" smtClean="0">
                <a:latin typeface="Power Geez Unicode1" panose="00000400000000000000" pitchFamily="2" charset="0"/>
              </a:rPr>
              <a:t> </a:t>
            </a:r>
            <a:r>
              <a:rPr lang="en-US" b="1" dirty="0" err="1" smtClean="0">
                <a:latin typeface="Power Geez Unicode1" panose="00000400000000000000" pitchFamily="2" charset="0"/>
              </a:rPr>
              <a:t>በላይ</a:t>
            </a:r>
            <a:r>
              <a:rPr lang="en-US" b="1" dirty="0" smtClean="0">
                <a:latin typeface="Power Geez Unicode1" panose="00000400000000000000" pitchFamily="2" charset="0"/>
              </a:rPr>
              <a:t> </a:t>
            </a:r>
            <a:r>
              <a:rPr lang="en-US" b="1" dirty="0" err="1">
                <a:latin typeface="Power Geez Unicode1" panose="00000400000000000000" pitchFamily="2" charset="0"/>
              </a:rPr>
              <a:t>የ</a:t>
            </a:r>
            <a:r>
              <a:rPr lang="en-US" b="1" dirty="0" err="1" smtClean="0">
                <a:latin typeface="Power Geez Unicode1" panose="00000400000000000000" pitchFamily="2" charset="0"/>
              </a:rPr>
              <a:t>ሆኑ</a:t>
            </a:r>
            <a:r>
              <a:rPr lang="en-US" b="1" dirty="0" smtClean="0">
                <a:latin typeface="Power Geez Unicode1" panose="00000400000000000000" pitchFamily="2" charset="0"/>
              </a:rPr>
              <a:t> </a:t>
            </a:r>
            <a:r>
              <a:rPr lang="en-US" b="1" dirty="0" err="1" smtClean="0">
                <a:latin typeface="Power Geez Unicode1" panose="00000400000000000000" pitchFamily="2" charset="0"/>
              </a:rPr>
              <a:t>አካላት</a:t>
            </a:r>
            <a:r>
              <a:rPr lang="en-US" b="1" dirty="0" smtClean="0">
                <a:latin typeface="Power Geez Unicode1" panose="00000400000000000000" pitchFamily="2" charset="0"/>
              </a:rPr>
              <a:t> </a:t>
            </a:r>
            <a:r>
              <a:rPr lang="en-US" b="1" dirty="0" err="1" smtClean="0">
                <a:latin typeface="Power Geez Unicode1" panose="00000400000000000000" pitchFamily="2" charset="0"/>
              </a:rPr>
              <a:t>ለመግለጽ</a:t>
            </a:r>
            <a:r>
              <a:rPr lang="en-US" b="1" dirty="0">
                <a:latin typeface="Power Geez Unicode1" panose="00000400000000000000" pitchFamily="2" charset="0"/>
              </a:rPr>
              <a:t> </a:t>
            </a:r>
            <a:r>
              <a:rPr lang="en-US" b="1" dirty="0" err="1" smtClean="0">
                <a:latin typeface="Power Geez Unicode1" panose="00000400000000000000" pitchFamily="2" charset="0"/>
              </a:rPr>
              <a:t>ይጠቀማል</a:t>
            </a:r>
            <a:r>
              <a:rPr lang="en-US" b="1" dirty="0" smtClean="0">
                <a:latin typeface="Power Geez Unicode1" panose="00000400000000000000" pitchFamily="2" charset="0"/>
              </a:rPr>
              <a:t>፡፡ </a:t>
            </a:r>
            <a:r>
              <a:rPr lang="en-US" b="1" dirty="0" err="1" smtClean="0">
                <a:latin typeface="Power Geez Unicode1" panose="00000400000000000000" pitchFamily="2" charset="0"/>
              </a:rPr>
              <a:t>ነገር</a:t>
            </a:r>
            <a:r>
              <a:rPr lang="en-US" b="1" dirty="0" smtClean="0">
                <a:latin typeface="Power Geez Unicode1" panose="00000400000000000000" pitchFamily="2" charset="0"/>
              </a:rPr>
              <a:t> </a:t>
            </a:r>
            <a:r>
              <a:rPr lang="en-US" b="1" dirty="0" err="1" smtClean="0">
                <a:latin typeface="Power Geez Unicode1" panose="00000400000000000000" pitchFamily="2" charset="0"/>
              </a:rPr>
              <a:t>ግን</a:t>
            </a:r>
            <a:r>
              <a:rPr lang="en-US" b="1" dirty="0" smtClean="0">
                <a:latin typeface="Power Geez Unicode1" panose="00000400000000000000" pitchFamily="2" charset="0"/>
              </a:rPr>
              <a:t> </a:t>
            </a:r>
            <a:r>
              <a:rPr lang="en-US" b="1" dirty="0" err="1" smtClean="0">
                <a:latin typeface="Power Geez Unicode1" panose="00000400000000000000" pitchFamily="2" charset="0"/>
              </a:rPr>
              <a:t>እኛ</a:t>
            </a:r>
            <a:r>
              <a:rPr lang="en-US" b="1" dirty="0" smtClean="0">
                <a:latin typeface="Power Geez Unicode1" panose="00000400000000000000" pitchFamily="2" charset="0"/>
              </a:rPr>
              <a:t> </a:t>
            </a:r>
            <a:r>
              <a:rPr lang="en-US" b="1" dirty="0" err="1" smtClean="0">
                <a:latin typeface="Power Geez Unicode1" panose="00000400000000000000" pitchFamily="2" charset="0"/>
              </a:rPr>
              <a:t>የሚለውን</a:t>
            </a:r>
            <a:r>
              <a:rPr lang="en-US" b="1" dirty="0" smtClean="0">
                <a:latin typeface="Power Geez Unicode1" panose="00000400000000000000" pitchFamily="2" charset="0"/>
              </a:rPr>
              <a:t> </a:t>
            </a:r>
            <a:r>
              <a:rPr lang="en-US" b="1" dirty="0" err="1" smtClean="0">
                <a:latin typeface="Power Geez Unicode1" panose="00000400000000000000" pitchFamily="2" charset="0"/>
              </a:rPr>
              <a:t>ቃል</a:t>
            </a:r>
            <a:r>
              <a:rPr lang="en-US" b="1" dirty="0" smtClean="0">
                <a:latin typeface="Power Geez Unicode1" panose="00000400000000000000" pitchFamily="2" charset="0"/>
              </a:rPr>
              <a:t> </a:t>
            </a:r>
            <a:r>
              <a:rPr lang="en-US" b="1" dirty="0" err="1" smtClean="0">
                <a:latin typeface="Power Geez Unicode1" panose="00000400000000000000" pitchFamily="2" charset="0"/>
              </a:rPr>
              <a:t>ተክተው</a:t>
            </a:r>
            <a:r>
              <a:rPr lang="en-US" b="1" dirty="0" smtClean="0">
                <a:latin typeface="Power Geez Unicode1" panose="00000400000000000000" pitchFamily="2" charset="0"/>
              </a:rPr>
              <a:t> </a:t>
            </a:r>
            <a:r>
              <a:rPr lang="en-US" b="1" dirty="0" err="1" smtClean="0">
                <a:latin typeface="Power Geez Unicode1" panose="00000400000000000000" pitchFamily="2" charset="0"/>
              </a:rPr>
              <a:t>የገቡት</a:t>
            </a:r>
            <a:r>
              <a:rPr lang="en-US" b="1" dirty="0" smtClean="0">
                <a:latin typeface="Power Geez Unicode1" panose="00000400000000000000" pitchFamily="2" charset="0"/>
              </a:rPr>
              <a:t> </a:t>
            </a:r>
            <a:r>
              <a:rPr lang="en-US" b="1" dirty="0" err="1" smtClean="0">
                <a:latin typeface="Power Geez Unicode1" panose="00000400000000000000" pitchFamily="2" charset="0"/>
              </a:rPr>
              <a:t>ቃላት</a:t>
            </a:r>
            <a:r>
              <a:rPr lang="en-US" b="1" dirty="0" smtClean="0">
                <a:latin typeface="Power Geez Unicode1" panose="00000400000000000000" pitchFamily="2" charset="0"/>
              </a:rPr>
              <a:t> </a:t>
            </a:r>
            <a:r>
              <a:rPr lang="en-US" b="1" dirty="0" err="1" smtClean="0">
                <a:latin typeface="Power Geez Unicode1" panose="00000400000000000000" pitchFamily="2" charset="0"/>
              </a:rPr>
              <a:t>ወይም</a:t>
            </a:r>
            <a:r>
              <a:rPr lang="en-US" b="1" dirty="0" smtClean="0">
                <a:latin typeface="Power Geez Unicode1" panose="00000400000000000000" pitchFamily="2" charset="0"/>
              </a:rPr>
              <a:t> </a:t>
            </a:r>
            <a:r>
              <a:rPr lang="en-US" b="1" dirty="0" err="1" smtClean="0">
                <a:latin typeface="Power Geez Unicode1" panose="00000400000000000000" pitchFamily="2" charset="0"/>
              </a:rPr>
              <a:t>ቅጥያዎች</a:t>
            </a:r>
            <a:r>
              <a:rPr lang="en-US" b="1" dirty="0" smtClean="0">
                <a:latin typeface="Power Geez Unicode1" panose="00000400000000000000" pitchFamily="2" charset="0"/>
              </a:rPr>
              <a:t> </a:t>
            </a:r>
            <a:r>
              <a:rPr lang="en-US" b="1" dirty="0" err="1" smtClean="0">
                <a:latin typeface="Power Geez Unicode1" panose="00000400000000000000" pitchFamily="2" charset="0"/>
              </a:rPr>
              <a:t>የአላህን</a:t>
            </a:r>
            <a:r>
              <a:rPr lang="en-US" b="1" dirty="0" smtClean="0">
                <a:latin typeface="Power Geez Unicode1" panose="00000400000000000000" pitchFamily="2" charset="0"/>
              </a:rPr>
              <a:t> </a:t>
            </a:r>
            <a:r>
              <a:rPr lang="en-US" b="1" dirty="0" err="1" smtClean="0">
                <a:latin typeface="Power Geez Unicode1" panose="00000400000000000000" pitchFamily="2" charset="0"/>
              </a:rPr>
              <a:t>የቁጥር</a:t>
            </a:r>
            <a:r>
              <a:rPr lang="en-US" b="1" dirty="0" smtClean="0">
                <a:latin typeface="Power Geez Unicode1" panose="00000400000000000000" pitchFamily="2" charset="0"/>
              </a:rPr>
              <a:t> </a:t>
            </a:r>
            <a:r>
              <a:rPr lang="en-US" b="1" dirty="0" err="1" smtClean="0">
                <a:latin typeface="Power Geez Unicode1" panose="00000400000000000000" pitchFamily="2" charset="0"/>
              </a:rPr>
              <a:t>ብዝሐነት</a:t>
            </a:r>
            <a:r>
              <a:rPr lang="en-US" b="1" dirty="0" smtClean="0">
                <a:latin typeface="Power Geez Unicode1" panose="00000400000000000000" pitchFamily="2" charset="0"/>
              </a:rPr>
              <a:t> </a:t>
            </a:r>
            <a:r>
              <a:rPr lang="en-US" b="1" dirty="0" err="1" smtClean="0">
                <a:latin typeface="Power Geez Unicode1" panose="00000400000000000000" pitchFamily="2" charset="0"/>
              </a:rPr>
              <a:t>ከመግለጽ</a:t>
            </a:r>
            <a:r>
              <a:rPr lang="en-US" b="1" dirty="0" smtClean="0">
                <a:latin typeface="Power Geez Unicode1" panose="00000400000000000000" pitchFamily="2" charset="0"/>
              </a:rPr>
              <a:t> </a:t>
            </a:r>
            <a:r>
              <a:rPr lang="en-US" b="1" dirty="0" err="1" smtClean="0">
                <a:latin typeface="Power Geez Unicode1" panose="00000400000000000000" pitchFamily="2" charset="0"/>
              </a:rPr>
              <a:t>ውጪ</a:t>
            </a:r>
            <a:r>
              <a:rPr lang="en-US" b="1" dirty="0" smtClean="0">
                <a:latin typeface="Power Geez Unicode1" panose="00000400000000000000" pitchFamily="2" charset="0"/>
              </a:rPr>
              <a:t> </a:t>
            </a:r>
            <a:r>
              <a:rPr lang="en-US" b="1" dirty="0" err="1" smtClean="0">
                <a:latin typeface="Power Geez Unicode1" panose="00000400000000000000" pitchFamily="2" charset="0"/>
              </a:rPr>
              <a:t>ክብሩን</a:t>
            </a:r>
            <a:r>
              <a:rPr lang="en-US" b="1" dirty="0" smtClean="0">
                <a:latin typeface="Power Geez Unicode1" panose="00000400000000000000" pitchFamily="2" charset="0"/>
              </a:rPr>
              <a:t> </a:t>
            </a:r>
            <a:r>
              <a:rPr lang="en-US" b="1" dirty="0" err="1" smtClean="0">
                <a:latin typeface="Power Geez Unicode1" panose="00000400000000000000" pitchFamily="2" charset="0"/>
              </a:rPr>
              <a:t>ወይም</a:t>
            </a:r>
            <a:r>
              <a:rPr lang="en-US" b="1" dirty="0" smtClean="0">
                <a:latin typeface="Power Geez Unicode1" panose="00000400000000000000" pitchFamily="2" charset="0"/>
              </a:rPr>
              <a:t> </a:t>
            </a:r>
            <a:r>
              <a:rPr lang="en-US" b="1" dirty="0" err="1" smtClean="0">
                <a:latin typeface="Power Geez Unicode1" panose="00000400000000000000" pitchFamily="2" charset="0"/>
              </a:rPr>
              <a:t>ዙፋኑን</a:t>
            </a:r>
            <a:r>
              <a:rPr lang="en-US" b="1" dirty="0" smtClean="0">
                <a:latin typeface="Power Geez Unicode1" panose="00000400000000000000" pitchFamily="2" charset="0"/>
              </a:rPr>
              <a:t> </a:t>
            </a:r>
            <a:r>
              <a:rPr lang="en-US" b="1" dirty="0" err="1" smtClean="0">
                <a:latin typeface="Power Geez Unicode1" panose="00000400000000000000" pitchFamily="2" charset="0"/>
              </a:rPr>
              <a:t>የሚገልጥበት</a:t>
            </a:r>
            <a:r>
              <a:rPr lang="en-US" b="1" dirty="0" smtClean="0">
                <a:latin typeface="Power Geez Unicode1" panose="00000400000000000000" pitchFamily="2" charset="0"/>
              </a:rPr>
              <a:t> </a:t>
            </a:r>
            <a:r>
              <a:rPr lang="en-US" b="1" dirty="0" err="1" smtClean="0">
                <a:latin typeface="Power Geez Unicode1" panose="00000400000000000000" pitchFamily="2" charset="0"/>
              </a:rPr>
              <a:t>ምንም</a:t>
            </a:r>
            <a:r>
              <a:rPr lang="en-US" b="1" dirty="0" smtClean="0">
                <a:latin typeface="Power Geez Unicode1" panose="00000400000000000000" pitchFamily="2" charset="0"/>
              </a:rPr>
              <a:t> </a:t>
            </a:r>
            <a:r>
              <a:rPr lang="en-US" b="1" dirty="0" err="1" smtClean="0">
                <a:latin typeface="Power Geez Unicode1" panose="00000400000000000000" pitchFamily="2" charset="0"/>
              </a:rPr>
              <a:t>ስዋስዋዊ</a:t>
            </a:r>
            <a:r>
              <a:rPr lang="en-US" b="1" dirty="0" smtClean="0">
                <a:latin typeface="Power Geez Unicode1" panose="00000400000000000000" pitchFamily="2" charset="0"/>
              </a:rPr>
              <a:t> </a:t>
            </a:r>
            <a:r>
              <a:rPr lang="en-US" b="1" dirty="0" err="1" smtClean="0">
                <a:latin typeface="Power Geez Unicode1" panose="00000400000000000000" pitchFamily="2" charset="0"/>
              </a:rPr>
              <a:t>ምክንያት</a:t>
            </a:r>
            <a:r>
              <a:rPr lang="en-US" b="1" dirty="0" smtClean="0">
                <a:latin typeface="Power Geez Unicode1" panose="00000400000000000000" pitchFamily="2" charset="0"/>
              </a:rPr>
              <a:t> </a:t>
            </a:r>
            <a:r>
              <a:rPr lang="en-US" b="1" dirty="0" err="1" smtClean="0">
                <a:latin typeface="Power Geez Unicode1" panose="00000400000000000000" pitchFamily="2" charset="0"/>
              </a:rPr>
              <a:t>የለም</a:t>
            </a:r>
            <a:r>
              <a:rPr lang="en-US" b="1" dirty="0" smtClean="0">
                <a:latin typeface="Power Geez Unicode1" panose="00000400000000000000" pitchFamily="2" charset="0"/>
              </a:rPr>
              <a:t>፡፡ </a:t>
            </a:r>
            <a:r>
              <a:rPr lang="en-US" b="1" dirty="0" err="1" smtClean="0">
                <a:latin typeface="Power Geez Unicode1" panose="00000400000000000000" pitchFamily="2" charset="0"/>
              </a:rPr>
              <a:t>በሌላ</a:t>
            </a:r>
            <a:r>
              <a:rPr lang="en-US" b="1" dirty="0" smtClean="0">
                <a:latin typeface="Power Geez Unicode1" panose="00000400000000000000" pitchFamily="2" charset="0"/>
              </a:rPr>
              <a:t> </a:t>
            </a:r>
            <a:r>
              <a:rPr lang="en-US" b="1" dirty="0" err="1" smtClean="0">
                <a:latin typeface="Power Geez Unicode1" panose="00000400000000000000" pitchFamily="2" charset="0"/>
              </a:rPr>
              <a:t>አንጻር</a:t>
            </a:r>
            <a:r>
              <a:rPr lang="en-US" b="1" dirty="0" smtClean="0">
                <a:latin typeface="Power Geez Unicode1" panose="00000400000000000000" pitchFamily="2" charset="0"/>
              </a:rPr>
              <a:t> </a:t>
            </a:r>
            <a:r>
              <a:rPr lang="en-US" b="1" dirty="0" err="1" smtClean="0">
                <a:latin typeface="Power Geez Unicode1" panose="00000400000000000000" pitchFamily="2" charset="0"/>
              </a:rPr>
              <a:t>እኔ</a:t>
            </a:r>
            <a:r>
              <a:rPr lang="en-US" b="1" dirty="0" smtClean="0">
                <a:latin typeface="Power Geez Unicode1" panose="00000400000000000000" pitchFamily="2" charset="0"/>
              </a:rPr>
              <a:t> </a:t>
            </a:r>
            <a:r>
              <a:rPr lang="en-US" b="1" dirty="0" err="1" smtClean="0">
                <a:latin typeface="Power Geez Unicode1" panose="00000400000000000000" pitchFamily="2" charset="0"/>
              </a:rPr>
              <a:t>እና</a:t>
            </a:r>
            <a:r>
              <a:rPr lang="en-US" b="1" dirty="0" smtClean="0">
                <a:latin typeface="Power Geez Unicode1" panose="00000400000000000000" pitchFamily="2" charset="0"/>
              </a:rPr>
              <a:t> </a:t>
            </a:r>
            <a:r>
              <a:rPr lang="en-US" b="1" dirty="0" err="1" smtClean="0">
                <a:latin typeface="Power Geez Unicode1" panose="00000400000000000000" pitchFamily="2" charset="0"/>
              </a:rPr>
              <a:t>እርሱ</a:t>
            </a:r>
            <a:r>
              <a:rPr lang="en-US" b="1" dirty="0" smtClean="0">
                <a:latin typeface="Power Geez Unicode1" panose="00000400000000000000" pitchFamily="2" charset="0"/>
              </a:rPr>
              <a:t> </a:t>
            </a:r>
            <a:r>
              <a:rPr lang="en-US" b="1" dirty="0" err="1" smtClean="0">
                <a:latin typeface="Power Geez Unicode1" panose="00000400000000000000" pitchFamily="2" charset="0"/>
              </a:rPr>
              <a:t>ተብሎ</a:t>
            </a:r>
            <a:r>
              <a:rPr lang="en-US" b="1" dirty="0" smtClean="0">
                <a:latin typeface="Power Geez Unicode1" panose="00000400000000000000" pitchFamily="2" charset="0"/>
              </a:rPr>
              <a:t> </a:t>
            </a:r>
            <a:r>
              <a:rPr lang="en-US" b="1" dirty="0" err="1" smtClean="0">
                <a:latin typeface="Power Geez Unicode1" panose="00000400000000000000" pitchFamily="2" charset="0"/>
              </a:rPr>
              <a:t>በነጠላ</a:t>
            </a:r>
            <a:r>
              <a:rPr lang="en-US" b="1" dirty="0" smtClean="0">
                <a:latin typeface="Power Geez Unicode1" panose="00000400000000000000" pitchFamily="2" charset="0"/>
              </a:rPr>
              <a:t> </a:t>
            </a:r>
            <a:r>
              <a:rPr lang="en-US" b="1" dirty="0" err="1" smtClean="0">
                <a:latin typeface="Power Geez Unicode1" panose="00000400000000000000" pitchFamily="2" charset="0"/>
              </a:rPr>
              <a:t>ቁጥር</a:t>
            </a:r>
            <a:r>
              <a:rPr lang="en-US" b="1" dirty="0" smtClean="0">
                <a:latin typeface="Power Geez Unicode1" panose="00000400000000000000" pitchFamily="2" charset="0"/>
              </a:rPr>
              <a:t> </a:t>
            </a:r>
            <a:r>
              <a:rPr lang="en-US" b="1" dirty="0" err="1" smtClean="0">
                <a:latin typeface="Power Geez Unicode1" panose="00000400000000000000" pitchFamily="2" charset="0"/>
              </a:rPr>
              <a:t>ተጠቅሶአል</a:t>
            </a:r>
            <a:r>
              <a:rPr lang="en-US" b="1" dirty="0" smtClean="0">
                <a:latin typeface="Power Geez Unicode1" panose="00000400000000000000" pitchFamily="2" charset="0"/>
              </a:rPr>
              <a:t>፡፡ </a:t>
            </a:r>
            <a:r>
              <a:rPr lang="en-US" b="1" dirty="0" err="1" smtClean="0">
                <a:latin typeface="Power Geez Unicode1" panose="00000400000000000000" pitchFamily="2" charset="0"/>
              </a:rPr>
              <a:t>በአረብኛው</a:t>
            </a:r>
            <a:r>
              <a:rPr lang="en-US" b="1" dirty="0" smtClean="0">
                <a:latin typeface="Power Geez Unicode1" panose="00000400000000000000" pitchFamily="2" charset="0"/>
              </a:rPr>
              <a:t> </a:t>
            </a:r>
            <a:r>
              <a:rPr lang="en-US" b="1" dirty="0" err="1" smtClean="0">
                <a:latin typeface="Power Geez Unicode1" panose="00000400000000000000" pitchFamily="2" charset="0"/>
              </a:rPr>
              <a:t>ቁርአንም</a:t>
            </a:r>
            <a:r>
              <a:rPr lang="en-US" b="1" dirty="0" smtClean="0">
                <a:latin typeface="Power Geez Unicode1" panose="00000400000000000000" pitchFamily="2" charset="0"/>
              </a:rPr>
              <a:t> </a:t>
            </a:r>
            <a:r>
              <a:rPr lang="en-US" b="1" dirty="0" err="1" smtClean="0">
                <a:latin typeface="Power Geez Unicode1" panose="00000400000000000000" pitchFamily="2" charset="0"/>
              </a:rPr>
              <a:t>ነጠላ</a:t>
            </a:r>
            <a:r>
              <a:rPr lang="en-US" b="1" dirty="0" smtClean="0">
                <a:latin typeface="Power Geez Unicode1" panose="00000400000000000000" pitchFamily="2" charset="0"/>
              </a:rPr>
              <a:t> </a:t>
            </a:r>
            <a:r>
              <a:rPr lang="en-US" b="1" dirty="0" err="1" smtClean="0">
                <a:latin typeface="Power Geez Unicode1" panose="00000400000000000000" pitchFamily="2" charset="0"/>
              </a:rPr>
              <a:t>ቁጥር</a:t>
            </a:r>
            <a:r>
              <a:rPr lang="en-US" b="1" dirty="0" smtClean="0">
                <a:latin typeface="Power Geez Unicode1" panose="00000400000000000000" pitchFamily="2" charset="0"/>
              </a:rPr>
              <a:t> </a:t>
            </a:r>
            <a:r>
              <a:rPr lang="en-US" b="1" dirty="0" err="1" smtClean="0">
                <a:latin typeface="Power Geez Unicode1" panose="00000400000000000000" pitchFamily="2" charset="0"/>
              </a:rPr>
              <a:t>አመልካች</a:t>
            </a:r>
            <a:r>
              <a:rPr lang="en-US" b="1" dirty="0" smtClean="0">
                <a:latin typeface="Power Geez Unicode1" panose="00000400000000000000" pitchFamily="2" charset="0"/>
              </a:rPr>
              <a:t> </a:t>
            </a:r>
            <a:r>
              <a:rPr lang="en-US" b="1" dirty="0" err="1" smtClean="0">
                <a:latin typeface="Power Geez Unicode1" panose="00000400000000000000" pitchFamily="2" charset="0"/>
              </a:rPr>
              <a:t>የሆኑ</a:t>
            </a:r>
            <a:r>
              <a:rPr lang="en-US" b="1" dirty="0" smtClean="0">
                <a:latin typeface="Power Geez Unicode1" panose="00000400000000000000" pitchFamily="2" charset="0"/>
              </a:rPr>
              <a:t> </a:t>
            </a:r>
            <a:r>
              <a:rPr lang="en-US" b="1" dirty="0" err="1" smtClean="0">
                <a:latin typeface="Power Geez Unicode1" panose="00000400000000000000" pitchFamily="2" charset="0"/>
              </a:rPr>
              <a:t>ቅጥያዎችን</a:t>
            </a:r>
            <a:r>
              <a:rPr lang="en-US" b="1" dirty="0" smtClean="0">
                <a:latin typeface="Power Geez Unicode1" panose="00000400000000000000" pitchFamily="2" charset="0"/>
              </a:rPr>
              <a:t> </a:t>
            </a:r>
            <a:r>
              <a:rPr lang="en-US" b="1" dirty="0" err="1" smtClean="0">
                <a:latin typeface="Power Geez Unicode1" panose="00000400000000000000" pitchFamily="2" charset="0"/>
              </a:rPr>
              <a:t>ተጠቅሞአል</a:t>
            </a:r>
            <a:r>
              <a:rPr lang="en-US" b="1" dirty="0" smtClean="0">
                <a:latin typeface="Power Geez Unicode1" panose="00000400000000000000" pitchFamily="2" charset="0"/>
              </a:rPr>
              <a:t>፡፡ </a:t>
            </a:r>
            <a:r>
              <a:rPr lang="en-US" b="1" dirty="0" err="1" smtClean="0">
                <a:latin typeface="Power Geez Unicode1" panose="00000400000000000000" pitchFamily="2" charset="0"/>
              </a:rPr>
              <a:t>ስለዚህ</a:t>
            </a:r>
            <a:r>
              <a:rPr lang="en-US" b="1" dirty="0" smtClean="0">
                <a:latin typeface="Power Geez Unicode1" panose="00000400000000000000" pitchFamily="2" charset="0"/>
              </a:rPr>
              <a:t> </a:t>
            </a:r>
            <a:r>
              <a:rPr lang="en-US" b="1" dirty="0" err="1" smtClean="0">
                <a:latin typeface="Power Geez Unicode1" panose="00000400000000000000" pitchFamily="2" charset="0"/>
              </a:rPr>
              <a:t>ቁርአን</a:t>
            </a:r>
            <a:r>
              <a:rPr lang="en-US" b="1" dirty="0" smtClean="0">
                <a:latin typeface="Power Geez Unicode1" panose="00000400000000000000" pitchFamily="2" charset="0"/>
              </a:rPr>
              <a:t> </a:t>
            </a:r>
            <a:r>
              <a:rPr lang="en-US" b="1" dirty="0" err="1" smtClean="0">
                <a:latin typeface="Power Geez Unicode1" panose="00000400000000000000" pitchFamily="2" charset="0"/>
              </a:rPr>
              <a:t>በአላህ</a:t>
            </a:r>
            <a:r>
              <a:rPr lang="en-US" b="1" dirty="0" smtClean="0">
                <a:latin typeface="Power Geez Unicode1" panose="00000400000000000000" pitchFamily="2" charset="0"/>
              </a:rPr>
              <a:t> </a:t>
            </a:r>
            <a:r>
              <a:rPr lang="en-US" b="1" dirty="0" err="1" smtClean="0">
                <a:latin typeface="Power Geez Unicode1" panose="00000400000000000000" pitchFamily="2" charset="0"/>
              </a:rPr>
              <a:t>አንድነት</a:t>
            </a:r>
            <a:r>
              <a:rPr lang="en-US" b="1" dirty="0" smtClean="0">
                <a:latin typeface="Power Geez Unicode1" panose="00000400000000000000" pitchFamily="2" charset="0"/>
              </a:rPr>
              <a:t> </a:t>
            </a:r>
            <a:r>
              <a:rPr lang="en-US" b="1" dirty="0" err="1" smtClean="0">
                <a:latin typeface="Power Geez Unicode1" panose="00000400000000000000" pitchFamily="2" charset="0"/>
              </a:rPr>
              <a:t>ውስጥ</a:t>
            </a:r>
            <a:r>
              <a:rPr lang="en-US" b="1" dirty="0" smtClean="0">
                <a:latin typeface="Power Geez Unicode1" panose="00000400000000000000" pitchFamily="2" charset="0"/>
              </a:rPr>
              <a:t> </a:t>
            </a:r>
            <a:r>
              <a:rPr lang="en-US" b="1" dirty="0" err="1" smtClean="0">
                <a:latin typeface="Power Geez Unicode1" panose="00000400000000000000" pitchFamily="2" charset="0"/>
              </a:rPr>
              <a:t>ብዝሃነት</a:t>
            </a:r>
            <a:r>
              <a:rPr lang="en-US" b="1" dirty="0" smtClean="0">
                <a:latin typeface="Power Geez Unicode1" panose="00000400000000000000" pitchFamily="2" charset="0"/>
              </a:rPr>
              <a:t> </a:t>
            </a:r>
            <a:r>
              <a:rPr lang="en-US" b="1" dirty="0" err="1" smtClean="0">
                <a:latin typeface="Power Geez Unicode1" panose="00000400000000000000" pitchFamily="2" charset="0"/>
              </a:rPr>
              <a:t>እንነዳለ</a:t>
            </a:r>
            <a:r>
              <a:rPr lang="en-US" b="1" dirty="0" smtClean="0">
                <a:latin typeface="Power Geez Unicode1" panose="00000400000000000000" pitchFamily="2" charset="0"/>
              </a:rPr>
              <a:t> </a:t>
            </a:r>
            <a:r>
              <a:rPr lang="en-US" b="1" dirty="0" err="1" smtClean="0">
                <a:latin typeface="Power Geez Unicode1" panose="00000400000000000000" pitchFamily="2" charset="0"/>
              </a:rPr>
              <a:t>ያመለክታል</a:t>
            </a:r>
            <a:r>
              <a:rPr lang="en-US" b="1" dirty="0" smtClean="0">
                <a:latin typeface="Power Geez Unicode1" panose="00000400000000000000" pitchFamily="2" charset="0"/>
              </a:rPr>
              <a:t>፡፡</a:t>
            </a:r>
            <a:endParaRPr lang="en-US" b="1" dirty="0">
              <a:latin typeface="Power Geez Unicode1" panose="00000400000000000000" pitchFamily="2" charset="0"/>
            </a:endParaRPr>
          </a:p>
        </p:txBody>
      </p:sp>
    </p:spTree>
    <p:extLst>
      <p:ext uri="{BB962C8B-B14F-4D97-AF65-F5344CB8AC3E}">
        <p14:creationId xmlns:p14="http://schemas.microsoft.com/office/powerpoint/2010/main" val="16252226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flipV="1">
            <a:off x="457200" y="0"/>
            <a:ext cx="8229600" cy="152400"/>
          </a:xfrm>
        </p:spPr>
        <p:txBody>
          <a:bodyPr>
            <a:normAutofit fontScale="90000"/>
          </a:bodyPr>
          <a:lstStyle/>
          <a:p>
            <a:endParaRPr lang="en-US" dirty="0"/>
          </a:p>
        </p:txBody>
      </p:sp>
      <p:sp>
        <p:nvSpPr>
          <p:cNvPr id="3" name="Content Placeholder 2"/>
          <p:cNvSpPr>
            <a:spLocks noGrp="1"/>
          </p:cNvSpPr>
          <p:nvPr>
            <p:ph idx="1"/>
          </p:nvPr>
        </p:nvSpPr>
        <p:spPr>
          <a:xfrm>
            <a:off x="152400" y="304800"/>
            <a:ext cx="8839200" cy="6477000"/>
          </a:xfrm>
        </p:spPr>
        <p:txBody>
          <a:bodyPr>
            <a:normAutofit fontScale="85000" lnSpcReduction="10000"/>
          </a:bodyPr>
          <a:lstStyle/>
          <a:p>
            <a:pPr marL="0" indent="0">
              <a:buNone/>
            </a:pPr>
            <a:r>
              <a:rPr lang="en-US" b="1" dirty="0" smtClean="0">
                <a:solidFill>
                  <a:srgbClr val="00B050"/>
                </a:solidFill>
                <a:latin typeface="Power Geez Unicode1" panose="00000400000000000000" pitchFamily="2" charset="0"/>
              </a:rPr>
              <a:t>2. </a:t>
            </a:r>
            <a:r>
              <a:rPr lang="en-US" b="1" dirty="0" err="1" smtClean="0">
                <a:solidFill>
                  <a:srgbClr val="00B050"/>
                </a:solidFill>
                <a:latin typeface="Power Geez Unicode1" panose="00000400000000000000" pitchFamily="2" charset="0"/>
              </a:rPr>
              <a:t>ስላሴ</a:t>
            </a:r>
            <a:r>
              <a:rPr lang="en-US" b="1" dirty="0" smtClean="0">
                <a:solidFill>
                  <a:srgbClr val="00B050"/>
                </a:solidFill>
                <a:latin typeface="Power Geez Unicode1" panose="00000400000000000000" pitchFamily="2" charset="0"/>
              </a:rPr>
              <a:t> </a:t>
            </a:r>
            <a:r>
              <a:rPr lang="en-US" b="1" dirty="0" err="1" smtClean="0">
                <a:solidFill>
                  <a:srgbClr val="00B050"/>
                </a:solidFill>
                <a:latin typeface="Power Geez Unicode1" panose="00000400000000000000" pitchFamily="2" charset="0"/>
              </a:rPr>
              <a:t>በመጽሐፍ</a:t>
            </a:r>
            <a:r>
              <a:rPr lang="en-US" b="1" dirty="0" smtClean="0">
                <a:solidFill>
                  <a:srgbClr val="00B050"/>
                </a:solidFill>
                <a:latin typeface="Power Geez Unicode1" panose="00000400000000000000" pitchFamily="2" charset="0"/>
              </a:rPr>
              <a:t> </a:t>
            </a:r>
            <a:r>
              <a:rPr lang="en-US" b="1" dirty="0" err="1" smtClean="0">
                <a:solidFill>
                  <a:srgbClr val="00B050"/>
                </a:solidFill>
                <a:latin typeface="Power Geez Unicode1" panose="00000400000000000000" pitchFamily="2" charset="0"/>
              </a:rPr>
              <a:t>ቅዱስ</a:t>
            </a:r>
            <a:endParaRPr lang="en-US" b="1" dirty="0" smtClean="0">
              <a:solidFill>
                <a:srgbClr val="00B050"/>
              </a:solidFill>
              <a:latin typeface="Power Geez Unicode1" panose="00000400000000000000" pitchFamily="2" charset="0"/>
            </a:endParaRPr>
          </a:p>
          <a:p>
            <a:pPr marL="0" indent="0" algn="just">
              <a:lnSpc>
                <a:spcPct val="170000"/>
              </a:lnSpc>
              <a:buNone/>
            </a:pPr>
            <a:r>
              <a:rPr lang="en-US" b="1" dirty="0" smtClean="0">
                <a:solidFill>
                  <a:srgbClr val="FF0000"/>
                </a:solidFill>
                <a:latin typeface="Power Geez Unicode1" panose="00000400000000000000" pitchFamily="2" charset="0"/>
              </a:rPr>
              <a:t>ሀ) </a:t>
            </a:r>
            <a:r>
              <a:rPr lang="en-US" b="1" dirty="0" err="1" smtClean="0">
                <a:solidFill>
                  <a:srgbClr val="FF0000"/>
                </a:solidFill>
                <a:latin typeface="Power Geez Unicode1" panose="00000400000000000000" pitchFamily="2" charset="0"/>
              </a:rPr>
              <a:t>ብዝሃነት</a:t>
            </a:r>
            <a:r>
              <a:rPr lang="en-US" b="1" dirty="0" smtClean="0">
                <a:solidFill>
                  <a:srgbClr val="FF0000"/>
                </a:solidFill>
                <a:latin typeface="Power Geez Unicode1" panose="00000400000000000000" pitchFamily="2" charset="0"/>
              </a:rPr>
              <a:t> </a:t>
            </a:r>
            <a:r>
              <a:rPr lang="en-US" b="1" dirty="0" err="1" smtClean="0">
                <a:solidFill>
                  <a:srgbClr val="FF0000"/>
                </a:solidFill>
                <a:latin typeface="Power Geez Unicode1" panose="00000400000000000000" pitchFamily="2" charset="0"/>
              </a:rPr>
              <a:t>በብሉይ</a:t>
            </a:r>
            <a:r>
              <a:rPr lang="en-US" b="1" dirty="0" smtClean="0">
                <a:solidFill>
                  <a:srgbClr val="FF0000"/>
                </a:solidFill>
                <a:latin typeface="Power Geez Unicode1" panose="00000400000000000000" pitchFamily="2" charset="0"/>
              </a:rPr>
              <a:t> </a:t>
            </a:r>
            <a:r>
              <a:rPr lang="en-US" b="1" dirty="0" err="1" smtClean="0">
                <a:solidFill>
                  <a:srgbClr val="FF0000"/>
                </a:solidFill>
                <a:latin typeface="Power Geez Unicode1" panose="00000400000000000000" pitchFamily="2" charset="0"/>
              </a:rPr>
              <a:t>ኪዳን</a:t>
            </a:r>
            <a:endParaRPr lang="en-US" b="1" dirty="0" smtClean="0">
              <a:solidFill>
                <a:srgbClr val="FF0000"/>
              </a:solidFill>
              <a:latin typeface="Power Geez Unicode1" panose="00000400000000000000" pitchFamily="2" charset="0"/>
            </a:endParaRPr>
          </a:p>
          <a:p>
            <a:pPr algn="just">
              <a:lnSpc>
                <a:spcPct val="170000"/>
              </a:lnSpc>
              <a:buFont typeface="Wingdings" panose="05000000000000000000" pitchFamily="2" charset="2"/>
              <a:buChar char="§"/>
            </a:pPr>
            <a:r>
              <a:rPr lang="en-US" b="1" dirty="0" err="1" smtClean="0">
                <a:solidFill>
                  <a:srgbClr val="7030A0"/>
                </a:solidFill>
                <a:latin typeface="Power Geez Unicode1" panose="00000400000000000000" pitchFamily="2" charset="0"/>
              </a:rPr>
              <a:t>ዘፍ</a:t>
            </a:r>
            <a:r>
              <a:rPr lang="en-US" b="1" dirty="0" smtClean="0">
                <a:solidFill>
                  <a:srgbClr val="7030A0"/>
                </a:solidFill>
                <a:latin typeface="Power Geez Unicode1" panose="00000400000000000000" pitchFamily="2" charset="0"/>
              </a:rPr>
              <a:t> 1፡26 </a:t>
            </a:r>
            <a:r>
              <a:rPr lang="en-US" b="1" dirty="0" err="1" smtClean="0">
                <a:solidFill>
                  <a:srgbClr val="7030A0"/>
                </a:solidFill>
                <a:latin typeface="Power Geez Unicode1" panose="00000400000000000000" pitchFamily="2" charset="0"/>
              </a:rPr>
              <a:t>እንዲህ</a:t>
            </a:r>
            <a:r>
              <a:rPr lang="en-US" b="1" dirty="0" smtClean="0">
                <a:solidFill>
                  <a:srgbClr val="7030A0"/>
                </a:solidFill>
                <a:latin typeface="Power Geez Unicode1" panose="00000400000000000000" pitchFamily="2" charset="0"/>
              </a:rPr>
              <a:t> </a:t>
            </a:r>
            <a:r>
              <a:rPr lang="en-US" b="1" dirty="0" err="1" smtClean="0">
                <a:solidFill>
                  <a:srgbClr val="7030A0"/>
                </a:solidFill>
                <a:latin typeface="Power Geez Unicode1" panose="00000400000000000000" pitchFamily="2" charset="0"/>
              </a:rPr>
              <a:t>ይላል</a:t>
            </a:r>
            <a:r>
              <a:rPr lang="en-US" b="1" dirty="0" smtClean="0">
                <a:solidFill>
                  <a:srgbClr val="7030A0"/>
                </a:solidFill>
                <a:latin typeface="Power Geez Unicode1" panose="00000400000000000000" pitchFamily="2" charset="0"/>
              </a:rPr>
              <a:t>፡- “</a:t>
            </a:r>
            <a:r>
              <a:rPr lang="am-ET" b="1" dirty="0" smtClean="0"/>
              <a:t>እግዚአብሔር</a:t>
            </a:r>
            <a:r>
              <a:rPr lang="en-US" b="1" dirty="0" smtClean="0"/>
              <a:t>ም </a:t>
            </a:r>
            <a:r>
              <a:rPr lang="en-US" b="1" dirty="0" err="1" smtClean="0"/>
              <a:t>አለ</a:t>
            </a:r>
            <a:r>
              <a:rPr lang="en-US" b="1" dirty="0" smtClean="0"/>
              <a:t>፡-</a:t>
            </a:r>
            <a:r>
              <a:rPr lang="am-ET" b="1" dirty="0" smtClean="0"/>
              <a:t> </a:t>
            </a:r>
            <a:r>
              <a:rPr lang="am-ET" b="1" dirty="0"/>
              <a:t>“ሰውን በመልካችን፣ </a:t>
            </a:r>
            <a:r>
              <a:rPr lang="en-US" b="1" dirty="0" err="1" smtClean="0"/>
              <a:t>እንደምሳሌያችን</a:t>
            </a:r>
            <a:r>
              <a:rPr lang="en-US" b="1" dirty="0" smtClean="0"/>
              <a:t> </a:t>
            </a:r>
            <a:r>
              <a:rPr lang="en-US" b="1" dirty="0" err="1" smtClean="0"/>
              <a:t>እንፍጠር</a:t>
            </a:r>
            <a:r>
              <a:rPr lang="en-US" b="1" dirty="0" smtClean="0"/>
              <a:t>…..”</a:t>
            </a:r>
          </a:p>
          <a:p>
            <a:pPr algn="just">
              <a:lnSpc>
                <a:spcPct val="170000"/>
              </a:lnSpc>
              <a:buFont typeface="Wingdings" panose="05000000000000000000" pitchFamily="2" charset="2"/>
              <a:buChar char="§"/>
            </a:pPr>
            <a:r>
              <a:rPr lang="en-US" b="1" dirty="0" smtClean="0">
                <a:solidFill>
                  <a:srgbClr val="7030A0"/>
                </a:solidFill>
              </a:rPr>
              <a:t> </a:t>
            </a:r>
            <a:r>
              <a:rPr lang="en-US" b="1" dirty="0" err="1" smtClean="0">
                <a:solidFill>
                  <a:srgbClr val="7030A0"/>
                </a:solidFill>
              </a:rPr>
              <a:t>ዘፍ</a:t>
            </a:r>
            <a:r>
              <a:rPr lang="en-US" b="1" dirty="0" smtClean="0">
                <a:solidFill>
                  <a:srgbClr val="7030A0"/>
                </a:solidFill>
              </a:rPr>
              <a:t> 3፡22 </a:t>
            </a:r>
            <a:r>
              <a:rPr lang="en-US" b="1" dirty="0" err="1" smtClean="0">
                <a:solidFill>
                  <a:srgbClr val="7030A0"/>
                </a:solidFill>
              </a:rPr>
              <a:t>እንዲህ</a:t>
            </a:r>
            <a:r>
              <a:rPr lang="en-US" b="1" dirty="0" smtClean="0">
                <a:solidFill>
                  <a:srgbClr val="7030A0"/>
                </a:solidFill>
              </a:rPr>
              <a:t> </a:t>
            </a:r>
            <a:r>
              <a:rPr lang="en-US" b="1" dirty="0" err="1" smtClean="0">
                <a:solidFill>
                  <a:srgbClr val="7030A0"/>
                </a:solidFill>
              </a:rPr>
              <a:t>ይላል</a:t>
            </a:r>
            <a:r>
              <a:rPr lang="en-US" b="1" dirty="0" smtClean="0">
                <a:solidFill>
                  <a:srgbClr val="7030A0"/>
                </a:solidFill>
              </a:rPr>
              <a:t>፡- </a:t>
            </a:r>
            <a:r>
              <a:rPr lang="en-US" b="1" dirty="0" smtClean="0">
                <a:solidFill>
                  <a:srgbClr val="7030A0"/>
                </a:solidFill>
                <a:latin typeface="Power Geez Unicode1" panose="00000400000000000000" pitchFamily="2" charset="0"/>
              </a:rPr>
              <a:t>“</a:t>
            </a:r>
            <a:r>
              <a:rPr lang="en-US" b="1" dirty="0" err="1" smtClean="0"/>
              <a:t>እግዚአብሄር</a:t>
            </a:r>
            <a:r>
              <a:rPr lang="en-US" b="1" dirty="0" smtClean="0"/>
              <a:t> </a:t>
            </a:r>
            <a:r>
              <a:rPr lang="en-US" b="1" dirty="0" err="1" smtClean="0"/>
              <a:t>አምላክም</a:t>
            </a:r>
            <a:r>
              <a:rPr lang="en-US" b="1" dirty="0" smtClean="0"/>
              <a:t> </a:t>
            </a:r>
            <a:r>
              <a:rPr lang="en-US" b="1" dirty="0" err="1" smtClean="0"/>
              <a:t>አለ</a:t>
            </a:r>
            <a:r>
              <a:rPr lang="en-US" b="1" dirty="0" smtClean="0"/>
              <a:t>፡- </a:t>
            </a:r>
            <a:r>
              <a:rPr lang="en-US" b="1" dirty="0" err="1" smtClean="0"/>
              <a:t>እነሆ</a:t>
            </a:r>
            <a:r>
              <a:rPr lang="en-US" b="1" dirty="0" smtClean="0"/>
              <a:t> </a:t>
            </a:r>
            <a:r>
              <a:rPr lang="en-US" b="1" dirty="0" err="1" smtClean="0"/>
              <a:t>አዳም</a:t>
            </a:r>
            <a:r>
              <a:rPr lang="en-US" b="1" dirty="0" smtClean="0"/>
              <a:t> </a:t>
            </a:r>
            <a:r>
              <a:rPr lang="en-US" b="1" dirty="0" err="1" smtClean="0"/>
              <a:t>መልካምንና</a:t>
            </a:r>
            <a:r>
              <a:rPr lang="en-US" b="1" dirty="0" smtClean="0"/>
              <a:t> </a:t>
            </a:r>
            <a:r>
              <a:rPr lang="en-US" b="1" dirty="0" err="1" smtClean="0"/>
              <a:t>ክፉውን</a:t>
            </a:r>
            <a:r>
              <a:rPr lang="en-US" b="1" dirty="0" smtClean="0"/>
              <a:t> </a:t>
            </a:r>
            <a:r>
              <a:rPr lang="en-US" b="1" dirty="0" err="1" smtClean="0"/>
              <a:t>ለማወቅ</a:t>
            </a:r>
            <a:r>
              <a:rPr lang="en-US" b="1" dirty="0" smtClean="0"/>
              <a:t> </a:t>
            </a:r>
            <a:r>
              <a:rPr lang="en-US" b="1" dirty="0" err="1" smtClean="0"/>
              <a:t>ከእኛ</a:t>
            </a:r>
            <a:r>
              <a:rPr lang="en-US" b="1" dirty="0" smtClean="0"/>
              <a:t> </a:t>
            </a:r>
            <a:r>
              <a:rPr lang="en-US" b="1" dirty="0" err="1" smtClean="0"/>
              <a:t>እንደ</a:t>
            </a:r>
            <a:r>
              <a:rPr lang="en-US" b="1" dirty="0" smtClean="0"/>
              <a:t> </a:t>
            </a:r>
            <a:r>
              <a:rPr lang="en-US" b="1" dirty="0" err="1" smtClean="0"/>
              <a:t>አንዱ</a:t>
            </a:r>
            <a:r>
              <a:rPr lang="en-US" b="1" dirty="0" smtClean="0"/>
              <a:t> </a:t>
            </a:r>
            <a:r>
              <a:rPr lang="en-US" b="1" dirty="0" err="1" smtClean="0"/>
              <a:t>ሆነ</a:t>
            </a:r>
            <a:r>
              <a:rPr lang="en-US" b="1" dirty="0" smtClean="0"/>
              <a:t> . . .</a:t>
            </a:r>
            <a:r>
              <a:rPr lang="en-US" b="1" dirty="0"/>
              <a:t> </a:t>
            </a:r>
            <a:r>
              <a:rPr lang="en-US" b="1" dirty="0" smtClean="0"/>
              <a:t>”</a:t>
            </a:r>
          </a:p>
          <a:p>
            <a:pPr algn="just">
              <a:lnSpc>
                <a:spcPct val="170000"/>
              </a:lnSpc>
              <a:buFont typeface="Wingdings" panose="05000000000000000000" pitchFamily="2" charset="2"/>
              <a:buChar char="§"/>
            </a:pPr>
            <a:r>
              <a:rPr lang="en-US" b="1" dirty="0">
                <a:solidFill>
                  <a:srgbClr val="7030A0"/>
                </a:solidFill>
              </a:rPr>
              <a:t> </a:t>
            </a:r>
            <a:r>
              <a:rPr lang="en-US" b="1" dirty="0" err="1" smtClean="0">
                <a:solidFill>
                  <a:srgbClr val="7030A0"/>
                </a:solidFill>
              </a:rPr>
              <a:t>ዘፍ</a:t>
            </a:r>
            <a:r>
              <a:rPr lang="en-US" b="1" dirty="0" smtClean="0">
                <a:solidFill>
                  <a:srgbClr val="7030A0"/>
                </a:solidFill>
              </a:rPr>
              <a:t> 11፡7 </a:t>
            </a:r>
            <a:r>
              <a:rPr lang="en-US" b="1" dirty="0" err="1" smtClean="0">
                <a:solidFill>
                  <a:srgbClr val="7030A0"/>
                </a:solidFill>
              </a:rPr>
              <a:t>እንዲህ</a:t>
            </a:r>
            <a:r>
              <a:rPr lang="en-US" b="1" dirty="0" smtClean="0">
                <a:solidFill>
                  <a:srgbClr val="7030A0"/>
                </a:solidFill>
              </a:rPr>
              <a:t> </a:t>
            </a:r>
            <a:r>
              <a:rPr lang="en-US" b="1" dirty="0" err="1" smtClean="0">
                <a:solidFill>
                  <a:srgbClr val="7030A0"/>
                </a:solidFill>
              </a:rPr>
              <a:t>ይላል</a:t>
            </a:r>
            <a:r>
              <a:rPr lang="en-US" b="1" dirty="0" smtClean="0">
                <a:solidFill>
                  <a:srgbClr val="7030A0"/>
                </a:solidFill>
              </a:rPr>
              <a:t>፡- </a:t>
            </a:r>
            <a:r>
              <a:rPr lang="en-US" b="1" dirty="0" smtClean="0">
                <a:solidFill>
                  <a:srgbClr val="7030A0"/>
                </a:solidFill>
                <a:latin typeface="Power Geez Unicode1" panose="00000400000000000000" pitchFamily="2" charset="0"/>
              </a:rPr>
              <a:t>“</a:t>
            </a:r>
            <a:r>
              <a:rPr lang="en-US" b="1" dirty="0" smtClean="0"/>
              <a:t>ኑ </a:t>
            </a:r>
            <a:r>
              <a:rPr lang="en-US" b="1" dirty="0" err="1" smtClean="0"/>
              <a:t>እንውረድ</a:t>
            </a:r>
            <a:r>
              <a:rPr lang="en-US" b="1" dirty="0" smtClean="0"/>
              <a:t>፤ </a:t>
            </a:r>
            <a:r>
              <a:rPr lang="en-US" b="1" dirty="0" err="1" smtClean="0"/>
              <a:t>አንዱ</a:t>
            </a:r>
            <a:r>
              <a:rPr lang="en-US" b="1" dirty="0" smtClean="0"/>
              <a:t> </a:t>
            </a:r>
            <a:r>
              <a:rPr lang="en-US" b="1" dirty="0" err="1" smtClean="0"/>
              <a:t>የአንዱን</a:t>
            </a:r>
            <a:r>
              <a:rPr lang="en-US" b="1" dirty="0" smtClean="0"/>
              <a:t> </a:t>
            </a:r>
            <a:r>
              <a:rPr lang="en-US" b="1" dirty="0" err="1" smtClean="0"/>
              <a:t>ነገር</a:t>
            </a:r>
            <a:r>
              <a:rPr lang="en-US" b="1" dirty="0" smtClean="0"/>
              <a:t> </a:t>
            </a:r>
            <a:r>
              <a:rPr lang="en-US" b="1" dirty="0" err="1" smtClean="0"/>
              <a:t>እንዳይሰማው</a:t>
            </a:r>
            <a:r>
              <a:rPr lang="en-US" b="1" dirty="0" smtClean="0"/>
              <a:t> </a:t>
            </a:r>
            <a:r>
              <a:rPr lang="am-ET" b="1" dirty="0" smtClean="0"/>
              <a:t>ቋ</a:t>
            </a:r>
            <a:r>
              <a:rPr lang="en-US" b="1" dirty="0"/>
              <a:t>ን</a:t>
            </a:r>
            <a:r>
              <a:rPr lang="am-ET" b="1" dirty="0" smtClean="0"/>
              <a:t>ቋ</a:t>
            </a:r>
            <a:r>
              <a:rPr lang="en-US" b="1" dirty="0" err="1" smtClean="0"/>
              <a:t>ቸውን</a:t>
            </a:r>
            <a:r>
              <a:rPr lang="en-US" b="1" dirty="0" smtClean="0"/>
              <a:t> </a:t>
            </a:r>
            <a:r>
              <a:rPr lang="en-US" b="1" dirty="0" err="1" smtClean="0"/>
              <a:t>በዚያ</a:t>
            </a:r>
            <a:r>
              <a:rPr lang="en-US" b="1" dirty="0" smtClean="0"/>
              <a:t> </a:t>
            </a:r>
            <a:r>
              <a:rPr lang="en-US" b="1" dirty="0" err="1" smtClean="0"/>
              <a:t>እንደባልቀው</a:t>
            </a:r>
            <a:r>
              <a:rPr lang="en-US" b="1" dirty="0" smtClean="0"/>
              <a:t>፡፡”</a:t>
            </a:r>
            <a:endParaRPr lang="en-US" dirty="0" smtClean="0"/>
          </a:p>
          <a:p>
            <a:pPr marL="0" indent="0">
              <a:buNone/>
            </a:pPr>
            <a:endParaRPr lang="en-US" b="1" dirty="0">
              <a:latin typeface="Power Geez Unicode1" panose="00000400000000000000" pitchFamily="2" charset="0"/>
            </a:endParaRPr>
          </a:p>
        </p:txBody>
      </p:sp>
    </p:spTree>
    <p:extLst>
      <p:ext uri="{BB962C8B-B14F-4D97-AF65-F5344CB8AC3E}">
        <p14:creationId xmlns:p14="http://schemas.microsoft.com/office/powerpoint/2010/main" val="26901939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1000"/>
                                        <p:tgtEl>
                                          <p:spTgt spid="3">
                                            <p:txEl>
                                              <p:pRg st="2" end="2"/>
                                            </p:txEl>
                                          </p:spTgt>
                                        </p:tgtEl>
                                      </p:cBhvr>
                                    </p:animEffect>
                                    <p:anim calcmode="lin" valueType="num">
                                      <p:cBhvr>
                                        <p:cTn id="2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fade">
                                      <p:cBhvr>
                                        <p:cTn id="26" dur="1000"/>
                                        <p:tgtEl>
                                          <p:spTgt spid="3">
                                            <p:txEl>
                                              <p:pRg st="3" end="3"/>
                                            </p:txEl>
                                          </p:spTgt>
                                        </p:tgtEl>
                                      </p:cBhvr>
                                    </p:animEffect>
                                    <p:anim calcmode="lin" valueType="num">
                                      <p:cBhvr>
                                        <p:cTn id="27"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3">
                                            <p:txEl>
                                              <p:pRg st="4" end="4"/>
                                            </p:txEl>
                                          </p:spTgt>
                                        </p:tgtEl>
                                        <p:attrNameLst>
                                          <p:attrName>style.visibility</p:attrName>
                                        </p:attrNameLst>
                                      </p:cBhvr>
                                      <p:to>
                                        <p:strVal val="visible"/>
                                      </p:to>
                                    </p:set>
                                    <p:animEffect transition="in" filter="fade">
                                      <p:cBhvr>
                                        <p:cTn id="33" dur="1000"/>
                                        <p:tgtEl>
                                          <p:spTgt spid="3">
                                            <p:txEl>
                                              <p:pRg st="4" end="4"/>
                                            </p:txEl>
                                          </p:spTgt>
                                        </p:tgtEl>
                                      </p:cBhvr>
                                    </p:animEffect>
                                    <p:anim calcmode="lin" valueType="num">
                                      <p:cBhvr>
                                        <p:cTn id="34"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5"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flipV="1">
            <a:off x="457200" y="152400"/>
            <a:ext cx="8229600" cy="122238"/>
          </a:xfrm>
        </p:spPr>
        <p:txBody>
          <a:bodyPr>
            <a:normAutofit fontScale="90000"/>
          </a:bodyPr>
          <a:lstStyle/>
          <a:p>
            <a:endParaRPr lang="en-US" dirty="0"/>
          </a:p>
        </p:txBody>
      </p:sp>
      <p:sp>
        <p:nvSpPr>
          <p:cNvPr id="3" name="Content Placeholder 2"/>
          <p:cNvSpPr>
            <a:spLocks noGrp="1"/>
          </p:cNvSpPr>
          <p:nvPr>
            <p:ph idx="1"/>
          </p:nvPr>
        </p:nvSpPr>
        <p:spPr>
          <a:xfrm>
            <a:off x="152400" y="533400"/>
            <a:ext cx="8839200" cy="6248400"/>
          </a:xfrm>
        </p:spPr>
        <p:txBody>
          <a:bodyPr/>
          <a:lstStyle/>
          <a:p>
            <a:pPr algn="just">
              <a:lnSpc>
                <a:spcPct val="150000"/>
              </a:lnSpc>
              <a:buFont typeface="Wingdings" panose="05000000000000000000" pitchFamily="2" charset="2"/>
              <a:buChar char="§"/>
            </a:pPr>
            <a:r>
              <a:rPr lang="en-US" b="1" dirty="0" err="1">
                <a:solidFill>
                  <a:srgbClr val="7030A0"/>
                </a:solidFill>
                <a:latin typeface="Power Geez Unicode1" panose="00000400000000000000" pitchFamily="2" charset="0"/>
              </a:rPr>
              <a:t>ኢሳ</a:t>
            </a:r>
            <a:r>
              <a:rPr lang="en-US" b="1" dirty="0">
                <a:solidFill>
                  <a:srgbClr val="7030A0"/>
                </a:solidFill>
                <a:latin typeface="Power Geez Unicode1" panose="00000400000000000000" pitchFamily="2" charset="0"/>
              </a:rPr>
              <a:t> 6፡8 </a:t>
            </a:r>
            <a:r>
              <a:rPr lang="en-US" b="1" dirty="0" err="1">
                <a:solidFill>
                  <a:srgbClr val="7030A0"/>
                </a:solidFill>
                <a:latin typeface="Power Geez Unicode1" panose="00000400000000000000" pitchFamily="2" charset="0"/>
              </a:rPr>
              <a:t>እንዲህ</a:t>
            </a:r>
            <a:r>
              <a:rPr lang="en-US" b="1" dirty="0">
                <a:solidFill>
                  <a:srgbClr val="7030A0"/>
                </a:solidFill>
                <a:latin typeface="Power Geez Unicode1" panose="00000400000000000000" pitchFamily="2" charset="0"/>
              </a:rPr>
              <a:t> </a:t>
            </a:r>
            <a:r>
              <a:rPr lang="en-US" b="1" dirty="0" err="1">
                <a:solidFill>
                  <a:srgbClr val="7030A0"/>
                </a:solidFill>
                <a:latin typeface="Power Geez Unicode1" panose="00000400000000000000" pitchFamily="2" charset="0"/>
              </a:rPr>
              <a:t>ይላል</a:t>
            </a:r>
            <a:r>
              <a:rPr lang="en-US" b="1" dirty="0">
                <a:solidFill>
                  <a:srgbClr val="7030A0"/>
                </a:solidFill>
                <a:latin typeface="Power Geez Unicode1" panose="00000400000000000000" pitchFamily="2" charset="0"/>
              </a:rPr>
              <a:t>፡- “</a:t>
            </a:r>
            <a:r>
              <a:rPr lang="en-US" b="1" dirty="0" err="1">
                <a:latin typeface="Power Geez Unicode1" panose="00000400000000000000" pitchFamily="2" charset="0"/>
              </a:rPr>
              <a:t>የጌታም</a:t>
            </a:r>
            <a:r>
              <a:rPr lang="en-US" b="1" dirty="0">
                <a:latin typeface="Power Geez Unicode1" panose="00000400000000000000" pitchFamily="2" charset="0"/>
              </a:rPr>
              <a:t> </a:t>
            </a:r>
            <a:r>
              <a:rPr lang="en-US" b="1" dirty="0" err="1">
                <a:latin typeface="Power Geez Unicode1" panose="00000400000000000000" pitchFamily="2" charset="0"/>
              </a:rPr>
              <a:t>ድምጽ</a:t>
            </a:r>
            <a:r>
              <a:rPr lang="en-US" b="1" dirty="0">
                <a:latin typeface="Power Geez Unicode1" panose="00000400000000000000" pitchFamily="2" charset="0"/>
              </a:rPr>
              <a:t>፡- </a:t>
            </a:r>
            <a:r>
              <a:rPr lang="en-US" b="1" dirty="0" err="1">
                <a:latin typeface="Power Geez Unicode1" panose="00000400000000000000" pitchFamily="2" charset="0"/>
              </a:rPr>
              <a:t>ማንን</a:t>
            </a:r>
            <a:r>
              <a:rPr lang="en-US" b="1" dirty="0">
                <a:latin typeface="Power Geez Unicode1" panose="00000400000000000000" pitchFamily="2" charset="0"/>
              </a:rPr>
              <a:t> </a:t>
            </a:r>
            <a:r>
              <a:rPr lang="en-US" b="1" dirty="0" err="1">
                <a:latin typeface="Power Geez Unicode1" panose="00000400000000000000" pitchFamily="2" charset="0"/>
              </a:rPr>
              <a:t>እልካለሁ</a:t>
            </a:r>
            <a:r>
              <a:rPr lang="en-US" b="1" dirty="0">
                <a:latin typeface="Power Geez Unicode1" panose="00000400000000000000" pitchFamily="2" charset="0"/>
              </a:rPr>
              <a:t> </a:t>
            </a:r>
            <a:r>
              <a:rPr lang="en-US" b="1" dirty="0" err="1">
                <a:latin typeface="Power Geez Unicode1" panose="00000400000000000000" pitchFamily="2" charset="0"/>
              </a:rPr>
              <a:t>ማንስ</a:t>
            </a:r>
            <a:r>
              <a:rPr lang="en-US" b="1" dirty="0">
                <a:latin typeface="Power Geez Unicode1" panose="00000400000000000000" pitchFamily="2" charset="0"/>
              </a:rPr>
              <a:t> </a:t>
            </a:r>
            <a:r>
              <a:rPr lang="en-US" b="1" dirty="0" err="1">
                <a:latin typeface="Power Geez Unicode1" panose="00000400000000000000" pitchFamily="2" charset="0"/>
              </a:rPr>
              <a:t>ይሄድልናል</a:t>
            </a:r>
            <a:r>
              <a:rPr lang="en-US" b="1" dirty="0">
                <a:latin typeface="Power Geez Unicode1" panose="00000400000000000000" pitchFamily="2" charset="0"/>
              </a:rPr>
              <a:t> </a:t>
            </a:r>
            <a:r>
              <a:rPr lang="en-US" b="1" dirty="0" err="1">
                <a:latin typeface="Power Geez Unicode1" panose="00000400000000000000" pitchFamily="2" charset="0"/>
              </a:rPr>
              <a:t>ሲል</a:t>
            </a:r>
            <a:r>
              <a:rPr lang="en-US" b="1" dirty="0">
                <a:latin typeface="Power Geez Unicode1" panose="00000400000000000000" pitchFamily="2" charset="0"/>
              </a:rPr>
              <a:t> </a:t>
            </a:r>
            <a:r>
              <a:rPr lang="en-US" b="1" dirty="0" err="1">
                <a:latin typeface="Power Geez Unicode1" panose="00000400000000000000" pitchFamily="2" charset="0"/>
              </a:rPr>
              <a:t>ሰማሁ</a:t>
            </a:r>
            <a:r>
              <a:rPr lang="en-US" b="1" dirty="0">
                <a:latin typeface="Power Geez Unicode1" panose="00000400000000000000" pitchFamily="2" charset="0"/>
              </a:rPr>
              <a:t>፡፡ </a:t>
            </a:r>
            <a:r>
              <a:rPr lang="en-US" b="1" dirty="0" err="1">
                <a:latin typeface="Power Geez Unicode1" panose="00000400000000000000" pitchFamily="2" charset="0"/>
              </a:rPr>
              <a:t>እኔም</a:t>
            </a:r>
            <a:r>
              <a:rPr lang="en-US" b="1" dirty="0">
                <a:latin typeface="Power Geez Unicode1" panose="00000400000000000000" pitchFamily="2" charset="0"/>
              </a:rPr>
              <a:t>፡- </a:t>
            </a:r>
            <a:r>
              <a:rPr lang="en-US" b="1" dirty="0" err="1">
                <a:latin typeface="Power Geez Unicode1" panose="00000400000000000000" pitchFamily="2" charset="0"/>
              </a:rPr>
              <a:t>እነሆኝ</a:t>
            </a:r>
            <a:r>
              <a:rPr lang="en-US" b="1" dirty="0">
                <a:latin typeface="Power Geez Unicode1" panose="00000400000000000000" pitchFamily="2" charset="0"/>
              </a:rPr>
              <a:t> </a:t>
            </a:r>
            <a:r>
              <a:rPr lang="en-US" b="1" dirty="0" err="1">
                <a:latin typeface="Power Geez Unicode1" panose="00000400000000000000" pitchFamily="2" charset="0"/>
              </a:rPr>
              <a:t>እኔን</a:t>
            </a:r>
            <a:r>
              <a:rPr lang="en-US" b="1" dirty="0">
                <a:latin typeface="Power Geez Unicode1" panose="00000400000000000000" pitchFamily="2" charset="0"/>
              </a:rPr>
              <a:t> </a:t>
            </a:r>
            <a:r>
              <a:rPr lang="en-US" b="1" dirty="0" err="1">
                <a:latin typeface="Power Geez Unicode1" panose="00000400000000000000" pitchFamily="2" charset="0"/>
              </a:rPr>
              <a:t>ላከኝ</a:t>
            </a:r>
            <a:r>
              <a:rPr lang="en-US" b="1" dirty="0">
                <a:latin typeface="Power Geez Unicode1" panose="00000400000000000000" pitchFamily="2" charset="0"/>
              </a:rPr>
              <a:t> </a:t>
            </a:r>
            <a:r>
              <a:rPr lang="en-US" b="1" dirty="0" err="1">
                <a:latin typeface="Power Geez Unicode1" panose="00000400000000000000" pitchFamily="2" charset="0"/>
              </a:rPr>
              <a:t>አልሁ</a:t>
            </a:r>
            <a:r>
              <a:rPr lang="en-US" b="1" dirty="0" smtClean="0">
                <a:latin typeface="Power Geez Unicode1" panose="00000400000000000000" pitchFamily="2" charset="0"/>
              </a:rPr>
              <a:t>፡፡”</a:t>
            </a:r>
          </a:p>
          <a:p>
            <a:pPr algn="just">
              <a:lnSpc>
                <a:spcPct val="150000"/>
              </a:lnSpc>
              <a:buFont typeface="Wingdings" panose="05000000000000000000" pitchFamily="2" charset="2"/>
              <a:buChar char="§"/>
            </a:pPr>
            <a:r>
              <a:rPr lang="en-US" b="1" dirty="0">
                <a:latin typeface="Power Geez Unicode1" panose="00000400000000000000" pitchFamily="2" charset="0"/>
              </a:rPr>
              <a:t> </a:t>
            </a:r>
            <a:r>
              <a:rPr lang="en-US" b="1" dirty="0" err="1" smtClean="0">
                <a:solidFill>
                  <a:srgbClr val="7030A0"/>
                </a:solidFill>
                <a:latin typeface="Power Geez Unicode1" panose="00000400000000000000" pitchFamily="2" charset="0"/>
              </a:rPr>
              <a:t>ኢሳ</a:t>
            </a:r>
            <a:r>
              <a:rPr lang="en-US" b="1" dirty="0" smtClean="0">
                <a:solidFill>
                  <a:srgbClr val="7030A0"/>
                </a:solidFill>
                <a:latin typeface="Power Geez Unicode1" panose="00000400000000000000" pitchFamily="2" charset="0"/>
              </a:rPr>
              <a:t> 48፡ 16 </a:t>
            </a:r>
            <a:r>
              <a:rPr lang="en-US" b="1" dirty="0" err="1" smtClean="0">
                <a:solidFill>
                  <a:srgbClr val="7030A0"/>
                </a:solidFill>
                <a:latin typeface="Power Geez Unicode1" panose="00000400000000000000" pitchFamily="2" charset="0"/>
              </a:rPr>
              <a:t>እንዲህ</a:t>
            </a:r>
            <a:r>
              <a:rPr lang="en-US" b="1" dirty="0" smtClean="0">
                <a:solidFill>
                  <a:srgbClr val="7030A0"/>
                </a:solidFill>
                <a:latin typeface="Power Geez Unicode1" panose="00000400000000000000" pitchFamily="2" charset="0"/>
              </a:rPr>
              <a:t> </a:t>
            </a:r>
            <a:r>
              <a:rPr lang="en-US" b="1" dirty="0" err="1" smtClean="0">
                <a:solidFill>
                  <a:srgbClr val="7030A0"/>
                </a:solidFill>
                <a:latin typeface="Power Geez Unicode1" panose="00000400000000000000" pitchFamily="2" charset="0"/>
              </a:rPr>
              <a:t>ይላል</a:t>
            </a:r>
            <a:r>
              <a:rPr lang="en-US" b="1" dirty="0" smtClean="0">
                <a:solidFill>
                  <a:srgbClr val="7030A0"/>
                </a:solidFill>
                <a:latin typeface="Power Geez Unicode1" panose="00000400000000000000" pitchFamily="2" charset="0"/>
              </a:rPr>
              <a:t>፡- “</a:t>
            </a:r>
            <a:r>
              <a:rPr lang="en-US" b="1" dirty="0" err="1" smtClean="0">
                <a:latin typeface="Power Geez Unicode1" panose="00000400000000000000" pitchFamily="2" charset="0"/>
              </a:rPr>
              <a:t>ወደ</a:t>
            </a:r>
            <a:r>
              <a:rPr lang="en-US" b="1" dirty="0" smtClean="0">
                <a:latin typeface="Power Geez Unicode1" panose="00000400000000000000" pitchFamily="2" charset="0"/>
              </a:rPr>
              <a:t> </a:t>
            </a:r>
            <a:r>
              <a:rPr lang="en-US" b="1" dirty="0" err="1" smtClean="0">
                <a:latin typeface="Power Geez Unicode1" panose="00000400000000000000" pitchFamily="2" charset="0"/>
              </a:rPr>
              <a:t>እኔ</a:t>
            </a:r>
            <a:r>
              <a:rPr lang="en-US" b="1" dirty="0" smtClean="0">
                <a:latin typeface="Power Geez Unicode1" panose="00000400000000000000" pitchFamily="2" charset="0"/>
              </a:rPr>
              <a:t> </a:t>
            </a:r>
            <a:r>
              <a:rPr lang="en-US" b="1" dirty="0" err="1" smtClean="0">
                <a:latin typeface="Power Geez Unicode1" panose="00000400000000000000" pitchFamily="2" charset="0"/>
              </a:rPr>
              <a:t>ቅረቡ</a:t>
            </a:r>
            <a:r>
              <a:rPr lang="en-US" b="1" dirty="0" smtClean="0">
                <a:latin typeface="Power Geez Unicode1" panose="00000400000000000000" pitchFamily="2" charset="0"/>
              </a:rPr>
              <a:t> </a:t>
            </a:r>
            <a:r>
              <a:rPr lang="en-US" b="1" dirty="0" err="1" smtClean="0">
                <a:latin typeface="Power Geez Unicode1" panose="00000400000000000000" pitchFamily="2" charset="0"/>
              </a:rPr>
              <a:t>ይህንም</a:t>
            </a:r>
            <a:r>
              <a:rPr lang="en-US" b="1" dirty="0" smtClean="0">
                <a:latin typeface="Power Geez Unicode1" panose="00000400000000000000" pitchFamily="2" charset="0"/>
              </a:rPr>
              <a:t> </a:t>
            </a:r>
            <a:r>
              <a:rPr lang="en-US" b="1" dirty="0" err="1" smtClean="0">
                <a:latin typeface="Power Geez Unicode1" panose="00000400000000000000" pitchFamily="2" charset="0"/>
              </a:rPr>
              <a:t>ስሙ</a:t>
            </a:r>
            <a:r>
              <a:rPr lang="en-US" b="1" dirty="0" smtClean="0">
                <a:latin typeface="Power Geez Unicode1" panose="00000400000000000000" pitchFamily="2" charset="0"/>
              </a:rPr>
              <a:t>፤ </a:t>
            </a:r>
            <a:r>
              <a:rPr lang="en-US" b="1" dirty="0" err="1" smtClean="0">
                <a:latin typeface="Power Geez Unicode1" panose="00000400000000000000" pitchFamily="2" charset="0"/>
              </a:rPr>
              <a:t>እኔ</a:t>
            </a:r>
            <a:r>
              <a:rPr lang="en-US" b="1" dirty="0" smtClean="0">
                <a:latin typeface="Power Geez Unicode1" panose="00000400000000000000" pitchFamily="2" charset="0"/>
              </a:rPr>
              <a:t> </a:t>
            </a:r>
            <a:r>
              <a:rPr lang="en-US" b="1" dirty="0" err="1" smtClean="0">
                <a:latin typeface="Power Geez Unicode1" panose="00000400000000000000" pitchFamily="2" charset="0"/>
              </a:rPr>
              <a:t>ከጥንት</a:t>
            </a:r>
            <a:r>
              <a:rPr lang="en-US" b="1" dirty="0" smtClean="0">
                <a:latin typeface="Power Geez Unicode1" panose="00000400000000000000" pitchFamily="2" charset="0"/>
              </a:rPr>
              <a:t> </a:t>
            </a:r>
            <a:r>
              <a:rPr lang="en-US" b="1" dirty="0" err="1" smtClean="0">
                <a:latin typeface="Power Geez Unicode1" panose="00000400000000000000" pitchFamily="2" charset="0"/>
              </a:rPr>
              <a:t>ጀምሬ</a:t>
            </a:r>
            <a:r>
              <a:rPr lang="en-US" b="1" dirty="0" smtClean="0">
                <a:latin typeface="Power Geez Unicode1" panose="00000400000000000000" pitchFamily="2" charset="0"/>
              </a:rPr>
              <a:t> </a:t>
            </a:r>
            <a:r>
              <a:rPr lang="en-US" b="1" dirty="0" err="1" smtClean="0">
                <a:latin typeface="Power Geez Unicode1" panose="00000400000000000000" pitchFamily="2" charset="0"/>
              </a:rPr>
              <a:t>በስውር</a:t>
            </a:r>
            <a:r>
              <a:rPr lang="en-US" b="1" dirty="0" smtClean="0">
                <a:latin typeface="Power Geez Unicode1" panose="00000400000000000000" pitchFamily="2" charset="0"/>
              </a:rPr>
              <a:t> </a:t>
            </a:r>
            <a:r>
              <a:rPr lang="en-US" b="1" dirty="0" err="1" smtClean="0">
                <a:latin typeface="Power Geez Unicode1" panose="00000400000000000000" pitchFamily="2" charset="0"/>
              </a:rPr>
              <a:t>አልተናገርኩም</a:t>
            </a:r>
            <a:r>
              <a:rPr lang="en-US" b="1" dirty="0" smtClean="0">
                <a:latin typeface="Power Geez Unicode1" panose="00000400000000000000" pitchFamily="2" charset="0"/>
              </a:rPr>
              <a:t>፤ </a:t>
            </a:r>
            <a:r>
              <a:rPr lang="en-US" b="1" dirty="0" err="1" smtClean="0">
                <a:latin typeface="Power Geez Unicode1" panose="00000400000000000000" pitchFamily="2" charset="0"/>
              </a:rPr>
              <a:t>ከሆነበት</a:t>
            </a:r>
            <a:r>
              <a:rPr lang="en-US" b="1" dirty="0" smtClean="0">
                <a:latin typeface="Power Geez Unicode1" panose="00000400000000000000" pitchFamily="2" charset="0"/>
              </a:rPr>
              <a:t> </a:t>
            </a:r>
            <a:r>
              <a:rPr lang="en-US" b="1" dirty="0" err="1" smtClean="0">
                <a:latin typeface="Power Geez Unicode1" panose="00000400000000000000" pitchFamily="2" charset="0"/>
              </a:rPr>
              <a:t>ዘመን</a:t>
            </a:r>
            <a:r>
              <a:rPr lang="en-US" b="1" dirty="0" smtClean="0">
                <a:latin typeface="Power Geez Unicode1" panose="00000400000000000000" pitchFamily="2" charset="0"/>
              </a:rPr>
              <a:t> </a:t>
            </a:r>
            <a:r>
              <a:rPr lang="en-US" b="1" dirty="0" err="1" smtClean="0">
                <a:latin typeface="Power Geez Unicode1" panose="00000400000000000000" pitchFamily="2" charset="0"/>
              </a:rPr>
              <a:t>ጀምሮ</a:t>
            </a:r>
            <a:r>
              <a:rPr lang="en-US" b="1" dirty="0" smtClean="0">
                <a:latin typeface="Power Geez Unicode1" panose="00000400000000000000" pitchFamily="2" charset="0"/>
              </a:rPr>
              <a:t> </a:t>
            </a:r>
            <a:r>
              <a:rPr lang="en-US" b="1" dirty="0" err="1" smtClean="0">
                <a:latin typeface="Power Geez Unicode1" panose="00000400000000000000" pitchFamily="2" charset="0"/>
              </a:rPr>
              <a:t>እኔ</a:t>
            </a:r>
            <a:r>
              <a:rPr lang="en-US" b="1" dirty="0" smtClean="0">
                <a:latin typeface="Power Geez Unicode1" panose="00000400000000000000" pitchFamily="2" charset="0"/>
              </a:rPr>
              <a:t> </a:t>
            </a:r>
            <a:r>
              <a:rPr lang="en-US" b="1" dirty="0" err="1" smtClean="0">
                <a:latin typeface="Power Geez Unicode1" panose="00000400000000000000" pitchFamily="2" charset="0"/>
              </a:rPr>
              <a:t>በዚያ</a:t>
            </a:r>
            <a:r>
              <a:rPr lang="en-US" b="1" dirty="0" smtClean="0">
                <a:latin typeface="Power Geez Unicode1" panose="00000400000000000000" pitchFamily="2" charset="0"/>
              </a:rPr>
              <a:t> </a:t>
            </a:r>
            <a:r>
              <a:rPr lang="en-US" b="1" dirty="0" err="1" smtClean="0">
                <a:latin typeface="Power Geez Unicode1" panose="00000400000000000000" pitchFamily="2" charset="0"/>
              </a:rPr>
              <a:t>ነበርሁ</a:t>
            </a:r>
            <a:r>
              <a:rPr lang="en-US" b="1" dirty="0" smtClean="0">
                <a:latin typeface="Power Geez Unicode1" panose="00000400000000000000" pitchFamily="2" charset="0"/>
              </a:rPr>
              <a:t>፣ </a:t>
            </a:r>
            <a:r>
              <a:rPr lang="en-US" b="1" dirty="0" err="1" smtClean="0">
                <a:latin typeface="Power Geez Unicode1" panose="00000400000000000000" pitchFamily="2" charset="0"/>
              </a:rPr>
              <a:t>አሁንም</a:t>
            </a:r>
            <a:r>
              <a:rPr lang="en-US" b="1" dirty="0" smtClean="0">
                <a:latin typeface="Power Geez Unicode1" panose="00000400000000000000" pitchFamily="2" charset="0"/>
              </a:rPr>
              <a:t> </a:t>
            </a:r>
            <a:r>
              <a:rPr lang="en-US" b="1" dirty="0" err="1" smtClean="0">
                <a:latin typeface="Power Geez Unicode1" panose="00000400000000000000" pitchFamily="2" charset="0"/>
              </a:rPr>
              <a:t>ጌታ</a:t>
            </a:r>
            <a:r>
              <a:rPr lang="en-US" b="1" dirty="0" smtClean="0">
                <a:latin typeface="Power Geez Unicode1" panose="00000400000000000000" pitchFamily="2" charset="0"/>
              </a:rPr>
              <a:t> </a:t>
            </a:r>
            <a:r>
              <a:rPr lang="en-US" b="1" dirty="0" err="1" smtClean="0">
                <a:latin typeface="Power Geez Unicode1" panose="00000400000000000000" pitchFamily="2" charset="0"/>
              </a:rPr>
              <a:t>እግዚአብሄርና</a:t>
            </a:r>
            <a:r>
              <a:rPr lang="en-US" b="1" dirty="0" smtClean="0">
                <a:latin typeface="Power Geez Unicode1" panose="00000400000000000000" pitchFamily="2" charset="0"/>
              </a:rPr>
              <a:t> </a:t>
            </a:r>
            <a:r>
              <a:rPr lang="en-US" b="1" dirty="0" err="1" smtClean="0">
                <a:latin typeface="Power Geez Unicode1" panose="00000400000000000000" pitchFamily="2" charset="0"/>
              </a:rPr>
              <a:t>መንፈሱ</a:t>
            </a:r>
            <a:r>
              <a:rPr lang="en-US" b="1" dirty="0" smtClean="0">
                <a:latin typeface="Power Geez Unicode1" panose="00000400000000000000" pitchFamily="2" charset="0"/>
              </a:rPr>
              <a:t> </a:t>
            </a:r>
            <a:r>
              <a:rPr lang="en-US" b="1" dirty="0" err="1" smtClean="0">
                <a:latin typeface="Power Geez Unicode1" panose="00000400000000000000" pitchFamily="2" charset="0"/>
              </a:rPr>
              <a:t>ልከውኛል</a:t>
            </a:r>
            <a:r>
              <a:rPr lang="en-US" b="1" dirty="0" smtClean="0">
                <a:latin typeface="Power Geez Unicode1" panose="00000400000000000000" pitchFamily="2" charset="0"/>
              </a:rPr>
              <a:t>፡፡</a:t>
            </a:r>
            <a:r>
              <a:rPr lang="en-US" b="1" dirty="0">
                <a:latin typeface="Power Geez Unicode1" panose="00000400000000000000" pitchFamily="2" charset="0"/>
              </a:rPr>
              <a:t>”</a:t>
            </a:r>
          </a:p>
          <a:p>
            <a:pPr algn="just">
              <a:lnSpc>
                <a:spcPct val="150000"/>
              </a:lnSpc>
              <a:buFont typeface="Wingdings" panose="05000000000000000000" pitchFamily="2" charset="2"/>
              <a:buChar char="§"/>
            </a:pPr>
            <a:endParaRPr lang="en-US" b="1" dirty="0">
              <a:latin typeface="Power Geez Unicode1" panose="00000400000000000000" pitchFamily="2" charset="0"/>
            </a:endParaRPr>
          </a:p>
          <a:p>
            <a:pPr marL="0" indent="0">
              <a:buNone/>
            </a:pPr>
            <a:endParaRPr lang="en-US" dirty="0"/>
          </a:p>
        </p:txBody>
      </p:sp>
    </p:spTree>
    <p:extLst>
      <p:ext uri="{BB962C8B-B14F-4D97-AF65-F5344CB8AC3E}">
        <p14:creationId xmlns:p14="http://schemas.microsoft.com/office/powerpoint/2010/main" val="42490281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flipV="1">
            <a:off x="457200" y="0"/>
            <a:ext cx="8229600" cy="76200"/>
          </a:xfrm>
        </p:spPr>
        <p:txBody>
          <a:bodyPr>
            <a:normAutofit fontScale="90000"/>
          </a:bodyPr>
          <a:lstStyle/>
          <a:p>
            <a:endParaRPr lang="en-US" dirty="0"/>
          </a:p>
        </p:txBody>
      </p:sp>
      <p:sp>
        <p:nvSpPr>
          <p:cNvPr id="3" name="Content Placeholder 2"/>
          <p:cNvSpPr>
            <a:spLocks noGrp="1"/>
          </p:cNvSpPr>
          <p:nvPr>
            <p:ph idx="1"/>
          </p:nvPr>
        </p:nvSpPr>
        <p:spPr>
          <a:xfrm>
            <a:off x="152400" y="228600"/>
            <a:ext cx="8839200" cy="6477000"/>
          </a:xfrm>
        </p:spPr>
        <p:txBody>
          <a:bodyPr>
            <a:normAutofit fontScale="55000" lnSpcReduction="20000"/>
          </a:bodyPr>
          <a:lstStyle/>
          <a:p>
            <a:pPr marL="0" indent="0">
              <a:lnSpc>
                <a:spcPct val="170000"/>
              </a:lnSpc>
              <a:buNone/>
            </a:pPr>
            <a:r>
              <a:rPr lang="en-US" sz="4500" b="1" dirty="0" smtClean="0">
                <a:solidFill>
                  <a:srgbClr val="FF0000"/>
                </a:solidFill>
                <a:latin typeface="Power Geez Unicode1" panose="00000400000000000000" pitchFamily="2" charset="0"/>
              </a:rPr>
              <a:t>ለ) </a:t>
            </a:r>
            <a:r>
              <a:rPr lang="en-US" sz="4500" b="1" dirty="0" err="1" smtClean="0">
                <a:solidFill>
                  <a:srgbClr val="FF0000"/>
                </a:solidFill>
                <a:latin typeface="Power Geez Unicode1" panose="00000400000000000000" pitchFamily="2" charset="0"/>
              </a:rPr>
              <a:t>በእብራይስጡ</a:t>
            </a:r>
            <a:r>
              <a:rPr lang="en-US" sz="4500" b="1" dirty="0" smtClean="0">
                <a:solidFill>
                  <a:srgbClr val="FF0000"/>
                </a:solidFill>
                <a:latin typeface="Power Geez Unicode1" panose="00000400000000000000" pitchFamily="2" charset="0"/>
              </a:rPr>
              <a:t> </a:t>
            </a:r>
            <a:r>
              <a:rPr lang="en-US" sz="4500" b="1" dirty="0" err="1" smtClean="0">
                <a:solidFill>
                  <a:srgbClr val="FF0000"/>
                </a:solidFill>
                <a:latin typeface="Power Geez Unicode1" panose="00000400000000000000" pitchFamily="2" charset="0"/>
              </a:rPr>
              <a:t>መጽሐፍ</a:t>
            </a:r>
            <a:r>
              <a:rPr lang="en-US" sz="4500" b="1" dirty="0" smtClean="0">
                <a:solidFill>
                  <a:srgbClr val="FF0000"/>
                </a:solidFill>
                <a:latin typeface="Power Geez Unicode1" panose="00000400000000000000" pitchFamily="2" charset="0"/>
              </a:rPr>
              <a:t> </a:t>
            </a:r>
            <a:r>
              <a:rPr lang="en-US" sz="4500" b="1" dirty="0" err="1" smtClean="0">
                <a:solidFill>
                  <a:srgbClr val="FF0000"/>
                </a:solidFill>
                <a:latin typeface="Power Geez Unicode1" panose="00000400000000000000" pitchFamily="2" charset="0"/>
              </a:rPr>
              <a:t>ቅዱስ</a:t>
            </a:r>
            <a:r>
              <a:rPr lang="en-US" sz="4500" b="1" dirty="0" smtClean="0">
                <a:solidFill>
                  <a:srgbClr val="FF0000"/>
                </a:solidFill>
                <a:latin typeface="Power Geez Unicode1" panose="00000400000000000000" pitchFamily="2" charset="0"/>
              </a:rPr>
              <a:t> </a:t>
            </a:r>
            <a:r>
              <a:rPr lang="en-US" sz="4500" b="1" dirty="0" err="1" smtClean="0">
                <a:solidFill>
                  <a:srgbClr val="FF0000"/>
                </a:solidFill>
                <a:latin typeface="Power Geez Unicode1" panose="00000400000000000000" pitchFamily="2" charset="0"/>
              </a:rPr>
              <a:t>የእግዚአብሄርን</a:t>
            </a:r>
            <a:r>
              <a:rPr lang="en-US" sz="4500" b="1" dirty="0" smtClean="0">
                <a:solidFill>
                  <a:srgbClr val="FF0000"/>
                </a:solidFill>
                <a:latin typeface="Power Geez Unicode1" panose="00000400000000000000" pitchFamily="2" charset="0"/>
              </a:rPr>
              <a:t> </a:t>
            </a:r>
            <a:r>
              <a:rPr lang="en-US" sz="4500" b="1" dirty="0" err="1" smtClean="0">
                <a:solidFill>
                  <a:srgbClr val="FF0000"/>
                </a:solidFill>
                <a:latin typeface="Power Geez Unicode1" panose="00000400000000000000" pitchFamily="2" charset="0"/>
              </a:rPr>
              <a:t>ብዝሃነት</a:t>
            </a:r>
            <a:r>
              <a:rPr lang="en-US" sz="4500" b="1" dirty="0" smtClean="0">
                <a:solidFill>
                  <a:srgbClr val="FF0000"/>
                </a:solidFill>
                <a:latin typeface="Power Geez Unicode1" panose="00000400000000000000" pitchFamily="2" charset="0"/>
              </a:rPr>
              <a:t> </a:t>
            </a:r>
            <a:r>
              <a:rPr lang="en-US" sz="4500" b="1" dirty="0" err="1" smtClean="0">
                <a:solidFill>
                  <a:srgbClr val="FF0000"/>
                </a:solidFill>
                <a:latin typeface="Power Geez Unicode1" panose="00000400000000000000" pitchFamily="2" charset="0"/>
              </a:rPr>
              <a:t>የሚገልጹ</a:t>
            </a:r>
            <a:r>
              <a:rPr lang="en-US" sz="4500" b="1" dirty="0" smtClean="0">
                <a:solidFill>
                  <a:srgbClr val="FF0000"/>
                </a:solidFill>
                <a:latin typeface="Power Geez Unicode1" panose="00000400000000000000" pitchFamily="2" charset="0"/>
              </a:rPr>
              <a:t> </a:t>
            </a:r>
            <a:r>
              <a:rPr lang="en-US" sz="4500" b="1" dirty="0" err="1" smtClean="0">
                <a:solidFill>
                  <a:srgbClr val="FF0000"/>
                </a:solidFill>
                <a:latin typeface="Power Geez Unicode1" panose="00000400000000000000" pitchFamily="2" charset="0"/>
              </a:rPr>
              <a:t>ጥቅሶች</a:t>
            </a:r>
            <a:endParaRPr lang="en-US" sz="4500" b="1" dirty="0" smtClean="0">
              <a:solidFill>
                <a:srgbClr val="FF0000"/>
              </a:solidFill>
              <a:latin typeface="Power Geez Unicode1" panose="00000400000000000000" pitchFamily="2" charset="0"/>
            </a:endParaRPr>
          </a:p>
          <a:p>
            <a:pPr marL="0" indent="0" algn="just">
              <a:lnSpc>
                <a:spcPct val="170000"/>
              </a:lnSpc>
              <a:buNone/>
            </a:pPr>
            <a:r>
              <a:rPr lang="en-US" b="1" dirty="0" smtClean="0">
                <a:solidFill>
                  <a:srgbClr val="00B050"/>
                </a:solidFill>
                <a:latin typeface="Power Geez Unicode1" panose="00000400000000000000" pitchFamily="2" charset="0"/>
              </a:rPr>
              <a:t>1. </a:t>
            </a:r>
            <a:r>
              <a:rPr lang="am-ET" b="1" dirty="0" smtClean="0">
                <a:solidFill>
                  <a:srgbClr val="00B050"/>
                </a:solidFill>
              </a:rPr>
              <a:t>ዘፍጥረት 20፡13</a:t>
            </a:r>
            <a:r>
              <a:rPr lang="en-US" b="1" dirty="0" smtClean="0">
                <a:solidFill>
                  <a:srgbClr val="00B050"/>
                </a:solidFill>
                <a:latin typeface="Power Geez Unicode1" panose="00000400000000000000" pitchFamily="2" charset="0"/>
              </a:rPr>
              <a:t>፡- </a:t>
            </a:r>
            <a:r>
              <a:rPr lang="am-ET" b="1" dirty="0" smtClean="0">
                <a:solidFill>
                  <a:srgbClr val="00B050"/>
                </a:solidFill>
              </a:rPr>
              <a:t> </a:t>
            </a:r>
            <a:r>
              <a:rPr lang="am-ET" b="1" dirty="0"/>
              <a:t>“እግዚአብሔርም ከአባቴ ቤት ባወጣኝ ጊዜ አልኋት…”</a:t>
            </a:r>
          </a:p>
          <a:p>
            <a:pPr algn="just">
              <a:lnSpc>
                <a:spcPct val="170000"/>
              </a:lnSpc>
            </a:pPr>
            <a:r>
              <a:rPr lang="am-ET" b="1" dirty="0"/>
              <a:t> በዚህ ጥቅስ ውስጥ </a:t>
            </a:r>
            <a:r>
              <a:rPr lang="am-ET" b="1" dirty="0" smtClean="0"/>
              <a:t>“</a:t>
            </a:r>
            <a:r>
              <a:rPr lang="am-ET" b="1" dirty="0"/>
              <a:t>ኤሎሂም … ባወጡኝ ጊዜ” ማለት ነው፡፡ </a:t>
            </a:r>
            <a:r>
              <a:rPr lang="en-US" b="1" dirty="0" smtClean="0">
                <a:latin typeface="Power Geez Unicode1" panose="00000400000000000000" pitchFamily="2" charset="0"/>
              </a:rPr>
              <a:t> </a:t>
            </a:r>
            <a:r>
              <a:rPr lang="he-IL" b="1" dirty="0" smtClean="0">
                <a:latin typeface="Power Geez Unicode1" panose="00000400000000000000" pitchFamily="2" charset="0"/>
              </a:rPr>
              <a:t>הִתְע֣וּ “</a:t>
            </a:r>
            <a:r>
              <a:rPr lang="en-US" b="1" dirty="0" smtClean="0">
                <a:latin typeface="Power Geez Unicode1" panose="00000400000000000000" pitchFamily="2" charset="0"/>
              </a:rPr>
              <a:t> </a:t>
            </a:r>
            <a:r>
              <a:rPr lang="am-ET" b="1" dirty="0" smtClean="0"/>
              <a:t>ሂትዑ</a:t>
            </a:r>
            <a:r>
              <a:rPr lang="am-ET" b="1" dirty="0"/>
              <a:t>” </a:t>
            </a:r>
            <a:r>
              <a:rPr lang="am-ET" b="1" dirty="0" smtClean="0"/>
              <a:t>የ</a:t>
            </a:r>
            <a:r>
              <a:rPr lang="en-US" b="1" dirty="0" err="1" smtClean="0">
                <a:latin typeface="Power Geez Unicode1" panose="00000400000000000000" pitchFamily="2" charset="0"/>
              </a:rPr>
              <a:t>ሚለው</a:t>
            </a:r>
            <a:r>
              <a:rPr lang="en-US" b="1" dirty="0" smtClean="0">
                <a:latin typeface="Power Geez Unicode1" panose="00000400000000000000" pitchFamily="2" charset="0"/>
              </a:rPr>
              <a:t> </a:t>
            </a:r>
            <a:r>
              <a:rPr lang="en-US" b="1" dirty="0" err="1" smtClean="0">
                <a:latin typeface="Power Geez Unicode1" panose="00000400000000000000" pitchFamily="2" charset="0"/>
              </a:rPr>
              <a:t>የእብራይስጥ</a:t>
            </a:r>
            <a:r>
              <a:rPr lang="en-US" b="1" dirty="0" smtClean="0">
                <a:latin typeface="Power Geez Unicode1" panose="00000400000000000000" pitchFamily="2" charset="0"/>
              </a:rPr>
              <a:t> </a:t>
            </a:r>
            <a:r>
              <a:rPr lang="en-US" b="1" dirty="0" err="1" smtClean="0">
                <a:latin typeface="Power Geez Unicode1" panose="00000400000000000000" pitchFamily="2" charset="0"/>
              </a:rPr>
              <a:t>ቃል</a:t>
            </a:r>
            <a:r>
              <a:rPr lang="am-ET" b="1" dirty="0" smtClean="0"/>
              <a:t> </a:t>
            </a:r>
            <a:r>
              <a:rPr lang="en-US" b="1" dirty="0" smtClean="0">
                <a:latin typeface="Power Geez Unicode1" panose="00000400000000000000" pitchFamily="2" charset="0"/>
              </a:rPr>
              <a:t> </a:t>
            </a:r>
            <a:r>
              <a:rPr lang="he-IL" b="1" dirty="0" smtClean="0">
                <a:latin typeface="Power Geez Unicode1" panose="00000400000000000000" pitchFamily="2" charset="0"/>
              </a:rPr>
              <a:t>תָּעָה (</a:t>
            </a:r>
            <a:r>
              <a:rPr lang="en-US" b="1" dirty="0" smtClean="0">
                <a:latin typeface="Power Geez Unicode1" panose="00000400000000000000" pitchFamily="2" charset="0"/>
              </a:rPr>
              <a:t> </a:t>
            </a:r>
            <a:r>
              <a:rPr lang="am-ET" b="1" dirty="0" smtClean="0"/>
              <a:t>ታህ</a:t>
            </a:r>
            <a:r>
              <a:rPr lang="en-US" b="1" dirty="0" smtClean="0">
                <a:latin typeface="Power Geez Unicode1" panose="00000400000000000000" pitchFamily="2" charset="0"/>
              </a:rPr>
              <a:t> </a:t>
            </a:r>
            <a:r>
              <a:rPr lang="en-US" b="1" dirty="0" err="1" smtClean="0">
                <a:latin typeface="Power Geez Unicode1" panose="00000400000000000000" pitchFamily="2" charset="0"/>
              </a:rPr>
              <a:t>ለሚለው</a:t>
            </a:r>
            <a:r>
              <a:rPr lang="en-US" b="1" dirty="0" smtClean="0">
                <a:latin typeface="Power Geez Unicode1" panose="00000400000000000000" pitchFamily="2" charset="0"/>
              </a:rPr>
              <a:t> </a:t>
            </a:r>
            <a:r>
              <a:rPr lang="en-US" b="1" dirty="0" err="1" smtClean="0">
                <a:latin typeface="Power Geez Unicode1" panose="00000400000000000000" pitchFamily="2" charset="0"/>
              </a:rPr>
              <a:t>ቃል</a:t>
            </a:r>
            <a:r>
              <a:rPr lang="am-ET" b="1" dirty="0"/>
              <a:t>  ሦስተኛ መደብ ብዙ ቁጥር ሲሆን “አስኬዱኝ”፣ “አወጡኝ” ወይም “አንከራተቱኝ” (</a:t>
            </a:r>
            <a:r>
              <a:rPr lang="en-US" b="1" dirty="0">
                <a:latin typeface="Power Geez Unicode1" panose="00000400000000000000" pitchFamily="2" charset="0"/>
              </a:rPr>
              <a:t>they caused me to wander) </a:t>
            </a:r>
            <a:r>
              <a:rPr lang="am-ET" b="1" dirty="0"/>
              <a:t>ተብሎ በብዙ ቁጥር ይተረጎማል</a:t>
            </a:r>
            <a:r>
              <a:rPr lang="am-ET" b="1" dirty="0" smtClean="0"/>
              <a:t>፡፡</a:t>
            </a:r>
          </a:p>
          <a:p>
            <a:pPr marL="0" indent="0" algn="just">
              <a:lnSpc>
                <a:spcPct val="170000"/>
              </a:lnSpc>
              <a:buNone/>
            </a:pPr>
            <a:r>
              <a:rPr lang="en-US" b="1" dirty="0" smtClean="0">
                <a:solidFill>
                  <a:srgbClr val="00B050"/>
                </a:solidFill>
                <a:latin typeface="Power Geez Unicode1" panose="00000400000000000000" pitchFamily="2" charset="0"/>
              </a:rPr>
              <a:t>2. </a:t>
            </a:r>
            <a:r>
              <a:rPr lang="am-ET" b="1" dirty="0" smtClean="0">
                <a:solidFill>
                  <a:srgbClr val="00B050"/>
                </a:solidFill>
              </a:rPr>
              <a:t>ዘ</a:t>
            </a:r>
            <a:r>
              <a:rPr lang="en-US" b="1" dirty="0">
                <a:solidFill>
                  <a:srgbClr val="00B050"/>
                </a:solidFill>
                <a:latin typeface="Power Geez Unicode1" panose="00000400000000000000" pitchFamily="2" charset="0"/>
              </a:rPr>
              <a:t>ፍ</a:t>
            </a:r>
            <a:r>
              <a:rPr lang="am-ET" b="1" dirty="0" smtClean="0">
                <a:solidFill>
                  <a:srgbClr val="00B050"/>
                </a:solidFill>
              </a:rPr>
              <a:t> 35፡7</a:t>
            </a:r>
            <a:r>
              <a:rPr lang="en-US" b="1" dirty="0" smtClean="0">
                <a:solidFill>
                  <a:srgbClr val="00B050"/>
                </a:solidFill>
              </a:rPr>
              <a:t>፡-</a:t>
            </a:r>
            <a:r>
              <a:rPr lang="am-ET" b="1" dirty="0" smtClean="0">
                <a:solidFill>
                  <a:srgbClr val="00B050"/>
                </a:solidFill>
              </a:rPr>
              <a:t> </a:t>
            </a:r>
            <a:r>
              <a:rPr lang="am-ET" b="1" dirty="0" smtClean="0"/>
              <a:t> “በዚያም መሰውያውን ሠራ፡ የዚያንም ቦታ ስም ኤልቤቴል ብሎ ጠራው፤ እርሱ ከወንድሙ ፊት በሸሸበት ጊዜ እግዚአብሔር በዚያ ተገልጦለት ነበርና።”</a:t>
            </a:r>
          </a:p>
          <a:p>
            <a:pPr algn="just">
              <a:lnSpc>
                <a:spcPct val="170000"/>
              </a:lnSpc>
            </a:pPr>
            <a:r>
              <a:rPr lang="am-ET" b="1" dirty="0" smtClean="0"/>
              <a:t>ይህ </a:t>
            </a:r>
            <a:r>
              <a:rPr lang="am-ET" b="1" dirty="0"/>
              <a:t>ጥቅስ በእብራይስጥ </a:t>
            </a:r>
            <a:r>
              <a:rPr lang="he-IL" b="1" dirty="0">
                <a:latin typeface="Power Geez Unicode1" panose="00000400000000000000" pitchFamily="2" charset="0"/>
              </a:rPr>
              <a:t>הָֽאֱלֹהִ֔ים אֵלָיו֙ נִגְל֤וּ שָׁ֗ם </a:t>
            </a:r>
            <a:r>
              <a:rPr lang="he-IL" b="1" dirty="0" smtClean="0">
                <a:latin typeface="Power Geez Unicode1" panose="00000400000000000000" pitchFamily="2" charset="0"/>
              </a:rPr>
              <a:t>“</a:t>
            </a:r>
            <a:r>
              <a:rPr lang="en-US" b="1" dirty="0" smtClean="0">
                <a:latin typeface="Power Geez Unicode1" panose="00000400000000000000" pitchFamily="2" charset="0"/>
              </a:rPr>
              <a:t> </a:t>
            </a:r>
            <a:r>
              <a:rPr lang="am-ET" b="1" dirty="0" smtClean="0"/>
              <a:t>ሻም </a:t>
            </a:r>
            <a:r>
              <a:rPr lang="am-ET" b="1" dirty="0"/>
              <a:t>ኒግሉ ኢላው ሀኤሎሂም” ይላል፡፡ </a:t>
            </a:r>
            <a:r>
              <a:rPr lang="he-IL" b="1" dirty="0">
                <a:latin typeface="Power Geez Unicode1" panose="00000400000000000000" pitchFamily="2" charset="0"/>
              </a:rPr>
              <a:t>נִגְל֤וּ </a:t>
            </a:r>
            <a:r>
              <a:rPr lang="he-IL" b="1" dirty="0" smtClean="0">
                <a:latin typeface="Power Geez Unicode1" panose="00000400000000000000" pitchFamily="2" charset="0"/>
              </a:rPr>
              <a:t>(</a:t>
            </a:r>
            <a:r>
              <a:rPr lang="en-US" b="1" dirty="0" smtClean="0">
                <a:latin typeface="Power Geez Unicode1" panose="00000400000000000000" pitchFamily="2" charset="0"/>
              </a:rPr>
              <a:t> </a:t>
            </a:r>
            <a:r>
              <a:rPr lang="am-ET" b="1" dirty="0" smtClean="0"/>
              <a:t>ኒግሉ</a:t>
            </a:r>
            <a:r>
              <a:rPr lang="am-ET" b="1" dirty="0"/>
              <a:t>) የሚለው ቃል የ </a:t>
            </a:r>
            <a:r>
              <a:rPr lang="he-IL" b="1" dirty="0">
                <a:latin typeface="Power Geez Unicode1" panose="00000400000000000000" pitchFamily="2" charset="0"/>
              </a:rPr>
              <a:t>גֶּלֶה </a:t>
            </a:r>
            <a:r>
              <a:rPr lang="he-IL" b="1" dirty="0" smtClean="0">
                <a:latin typeface="Power Geez Unicode1" panose="00000400000000000000" pitchFamily="2" charset="0"/>
              </a:rPr>
              <a:t>“</a:t>
            </a:r>
            <a:r>
              <a:rPr lang="en-US" b="1" dirty="0" smtClean="0">
                <a:latin typeface="Power Geez Unicode1" panose="00000400000000000000" pitchFamily="2" charset="0"/>
              </a:rPr>
              <a:t> </a:t>
            </a:r>
            <a:r>
              <a:rPr lang="am-ET" b="1" dirty="0" smtClean="0"/>
              <a:t>ጋላህ</a:t>
            </a:r>
            <a:r>
              <a:rPr lang="am-ET" b="1" dirty="0"/>
              <a:t>” ሦስተኛ መደብ ብዙ ቁጥር ሲሆን ቀጥተኛ ትርጉሙ “ተገለጡለት” የሚል ነው፡፡ ስለዚህ በቀጥታ ጥቅሱ ሲተረጎም “ኤሎሂም በዚያ ተገለጡለት” የሚል ይሆናል።</a:t>
            </a:r>
          </a:p>
          <a:p>
            <a:pPr marL="0" indent="0">
              <a:buNone/>
            </a:pPr>
            <a:endParaRPr lang="en-US" dirty="0"/>
          </a:p>
        </p:txBody>
      </p:sp>
    </p:spTree>
    <p:extLst>
      <p:ext uri="{BB962C8B-B14F-4D97-AF65-F5344CB8AC3E}">
        <p14:creationId xmlns:p14="http://schemas.microsoft.com/office/powerpoint/2010/main" val="14826260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1000"/>
                                        <p:tgtEl>
                                          <p:spTgt spid="3">
                                            <p:txEl>
                                              <p:pRg st="2" end="2"/>
                                            </p:txEl>
                                          </p:spTgt>
                                        </p:tgtEl>
                                      </p:cBhvr>
                                    </p:animEffect>
                                    <p:anim calcmode="lin" valueType="num">
                                      <p:cBhvr>
                                        <p:cTn id="2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fade">
                                      <p:cBhvr>
                                        <p:cTn id="26" dur="1000"/>
                                        <p:tgtEl>
                                          <p:spTgt spid="3">
                                            <p:txEl>
                                              <p:pRg st="3" end="3"/>
                                            </p:txEl>
                                          </p:spTgt>
                                        </p:tgtEl>
                                      </p:cBhvr>
                                    </p:animEffect>
                                    <p:anim calcmode="lin" valueType="num">
                                      <p:cBhvr>
                                        <p:cTn id="27"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9" presetID="42" presetClass="entr" presetSubtype="0" fill="hold" nodeType="with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Effect transition="in" filter="fade">
                                      <p:cBhvr>
                                        <p:cTn id="31" dur="1000"/>
                                        <p:tgtEl>
                                          <p:spTgt spid="3">
                                            <p:txEl>
                                              <p:pRg st="4" end="4"/>
                                            </p:txEl>
                                          </p:spTgt>
                                        </p:tgtEl>
                                      </p:cBhvr>
                                    </p:animEffect>
                                    <p:anim calcmode="lin" valueType="num">
                                      <p:cBhvr>
                                        <p:cTn id="3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3"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19"/>
            <a:ext cx="8229600" cy="45719"/>
          </a:xfrm>
        </p:spPr>
        <p:txBody>
          <a:bodyPr>
            <a:normAutofit fontScale="90000"/>
          </a:bodyPr>
          <a:lstStyle/>
          <a:p>
            <a:endParaRPr lang="en-US" dirty="0"/>
          </a:p>
        </p:txBody>
      </p:sp>
      <p:sp>
        <p:nvSpPr>
          <p:cNvPr id="3" name="Content Placeholder 2"/>
          <p:cNvSpPr>
            <a:spLocks noGrp="1"/>
          </p:cNvSpPr>
          <p:nvPr>
            <p:ph idx="1"/>
          </p:nvPr>
        </p:nvSpPr>
        <p:spPr>
          <a:xfrm>
            <a:off x="152400" y="76200"/>
            <a:ext cx="8763000" cy="6705600"/>
          </a:xfrm>
        </p:spPr>
        <p:txBody>
          <a:bodyPr>
            <a:normAutofit/>
          </a:bodyPr>
          <a:lstStyle/>
          <a:p>
            <a:pPr algn="just">
              <a:lnSpc>
                <a:spcPct val="150000"/>
              </a:lnSpc>
              <a:buFont typeface="Wingdings" panose="05000000000000000000" pitchFamily="2" charset="2"/>
              <a:buChar char="§"/>
            </a:pPr>
            <a:r>
              <a:rPr lang="am-ET" b="1" dirty="0" smtClean="0">
                <a:solidFill>
                  <a:srgbClr val="7030A0"/>
                </a:solidFill>
              </a:rPr>
              <a:t>ዘዳግም 4፡7 </a:t>
            </a:r>
            <a:r>
              <a:rPr lang="am-ET" b="1" dirty="0" smtClean="0"/>
              <a:t>“በምንጠራው ጊዜ ሁሉ አምላካችን እግዚአብሔር ለእኛ ቅርብ እንደሆነ አማልክቱ የሚቀርቡት ሌላ ታላቅ ሕዝብ ማነው?”</a:t>
            </a:r>
          </a:p>
          <a:p>
            <a:pPr algn="just">
              <a:lnSpc>
                <a:spcPct val="150000"/>
              </a:lnSpc>
              <a:buFont typeface="Wingdings" panose="05000000000000000000" pitchFamily="2" charset="2"/>
              <a:buChar char="§"/>
            </a:pPr>
            <a:r>
              <a:rPr lang="am-ET" b="1" dirty="0" smtClean="0"/>
              <a:t>በዚህ ጥቅስ ውስጥ “ቅርብ” የሚለው ቃል በእብራይስጥ “ቃሩቢም” </a:t>
            </a:r>
            <a:r>
              <a:rPr lang="he-IL" b="1" dirty="0" smtClean="0">
                <a:latin typeface="Power Geez Unicode1" panose="00000400000000000000" pitchFamily="2" charset="0"/>
              </a:rPr>
              <a:t>קְרֹבִ֣ים </a:t>
            </a:r>
            <a:r>
              <a:rPr lang="am-ET" b="1" dirty="0" smtClean="0"/>
              <a:t>የሚል ሲሆን “የቃሮብ” </a:t>
            </a:r>
            <a:r>
              <a:rPr lang="he-IL" b="1" dirty="0" smtClean="0">
                <a:latin typeface="Power Geez Unicode1" panose="00000400000000000000" pitchFamily="2" charset="0"/>
              </a:rPr>
              <a:t>קָרוֹב </a:t>
            </a:r>
            <a:r>
              <a:rPr lang="am-ET" b="1" dirty="0" smtClean="0"/>
              <a:t>ብዙ ቁጥር ነው፡፡ ጥቅሱ በቀጥታ ሲተረጎም “ኤሎሂም ለእኛ ቅርብ እንደሆኑ” የሚል ትርጉም ይሰጣል።</a:t>
            </a:r>
          </a:p>
          <a:p>
            <a:pPr marL="0" indent="0">
              <a:buNone/>
            </a:pPr>
            <a:endParaRPr lang="am-ET" dirty="0" smtClean="0"/>
          </a:p>
        </p:txBody>
      </p:sp>
    </p:spTree>
    <p:extLst>
      <p:ext uri="{BB962C8B-B14F-4D97-AF65-F5344CB8AC3E}">
        <p14:creationId xmlns:p14="http://schemas.microsoft.com/office/powerpoint/2010/main" val="4155864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flipV="1">
            <a:off x="457200" y="152400"/>
            <a:ext cx="8229600" cy="122238"/>
          </a:xfrm>
        </p:spPr>
        <p:txBody>
          <a:bodyPr>
            <a:normAutofit fontScale="90000"/>
          </a:bodyPr>
          <a:lstStyle/>
          <a:p>
            <a:endParaRPr lang="en-US" dirty="0"/>
          </a:p>
        </p:txBody>
      </p:sp>
      <p:sp>
        <p:nvSpPr>
          <p:cNvPr id="3" name="Content Placeholder 2"/>
          <p:cNvSpPr>
            <a:spLocks noGrp="1"/>
          </p:cNvSpPr>
          <p:nvPr>
            <p:ph idx="1"/>
          </p:nvPr>
        </p:nvSpPr>
        <p:spPr>
          <a:xfrm>
            <a:off x="76200" y="457200"/>
            <a:ext cx="8839200" cy="6248400"/>
          </a:xfrm>
        </p:spPr>
        <p:txBody>
          <a:bodyPr>
            <a:normAutofit fontScale="70000" lnSpcReduction="20000"/>
          </a:bodyPr>
          <a:lstStyle/>
          <a:p>
            <a:pPr algn="just">
              <a:lnSpc>
                <a:spcPct val="160000"/>
              </a:lnSpc>
            </a:pPr>
            <a:r>
              <a:rPr lang="am-ET" sz="4000" b="1" dirty="0">
                <a:solidFill>
                  <a:srgbClr val="7030A0"/>
                </a:solidFill>
              </a:rPr>
              <a:t>ኢዮብ 35፡10 </a:t>
            </a:r>
            <a:r>
              <a:rPr lang="am-ET" b="1" dirty="0"/>
              <a:t>“ነገር ግን፦ በሌሊት መዝሙርን የሚሰጥ፥ ከምድርም እንስሶች ይልቅ የሚያስተምረን ከሰማይም ወፎች ይልቅ ጥበበኞች የሚያደርገን፤ ፈጣሪዬ እግዚአብሔር ወዴት ነው? የሚል የለም።”</a:t>
            </a:r>
          </a:p>
          <a:p>
            <a:pPr algn="just">
              <a:lnSpc>
                <a:spcPct val="160000"/>
              </a:lnSpc>
            </a:pPr>
            <a:r>
              <a:rPr lang="am-ET" b="1" dirty="0"/>
              <a:t>በዚህ ጥቅስ ውስጥ “ፈጣሪዬ እግዚአብሔር” የሚለው በእብራይስጥ </a:t>
            </a:r>
            <a:r>
              <a:rPr lang="he-IL" b="1" dirty="0">
                <a:latin typeface="Power Geez Unicode1" panose="00000400000000000000" pitchFamily="2" charset="0"/>
              </a:rPr>
              <a:t>עֹשָׂ֑י אֱל֣וֹהַּ (</a:t>
            </a:r>
            <a:r>
              <a:rPr lang="am-ET" b="1" dirty="0"/>
              <a:t>ኤሎሃ ዖሴይ) የሚል ሲሆን “ዖሴይ” የሚለው ቃል ብዙ ቁጥር በመሆኑ ቃል በቃል ሲተረጎም “ኤሎሂም ፈጣሪዎቼ” የሚል ትርጉም ይሰጣል፡፡</a:t>
            </a:r>
          </a:p>
          <a:p>
            <a:pPr algn="just">
              <a:lnSpc>
                <a:spcPct val="160000"/>
              </a:lnSpc>
            </a:pPr>
            <a:r>
              <a:rPr lang="am-ET" sz="4000" b="1" dirty="0">
                <a:solidFill>
                  <a:srgbClr val="7030A0"/>
                </a:solidFill>
              </a:rPr>
              <a:t>መዝሙር 58፡11 </a:t>
            </a:r>
            <a:r>
              <a:rPr lang="am-ET" b="1" dirty="0"/>
              <a:t>“ሰውም፦ በእውነት ለጻድቅ ፍሬ አለው፤ በእውነት በምድር ላይ የሚፈርድ አምላክ አለ ይላል።”</a:t>
            </a:r>
          </a:p>
          <a:p>
            <a:pPr algn="just">
              <a:lnSpc>
                <a:spcPct val="160000"/>
              </a:lnSpc>
            </a:pPr>
            <a:r>
              <a:rPr lang="am-ET" b="1" dirty="0"/>
              <a:t>መዝሙረኛው ዳዊት </a:t>
            </a:r>
            <a:r>
              <a:rPr lang="he-IL" b="1" dirty="0">
                <a:latin typeface="Power Geez Unicode1" panose="00000400000000000000" pitchFamily="2" charset="0"/>
              </a:rPr>
              <a:t>שֹׁפְטִ֥ים אֱ֝לֹהִ֗ים “</a:t>
            </a:r>
            <a:r>
              <a:rPr lang="am-ET" b="1" dirty="0"/>
              <a:t>ኤሎሂም ሾፌጢይም” የሚል ብዙ ቁጥር የተጠቀመ ሲሆን ፣ ቃል በቃል ብንተረጉመው “በምድር ላይ የሚፈርዱ ኤሎሂም” ማለት ነው</a:t>
            </a:r>
            <a:r>
              <a:rPr lang="en-US" b="1" dirty="0">
                <a:latin typeface="Power Geez Unicode1" panose="00000400000000000000" pitchFamily="2" charset="0"/>
              </a:rPr>
              <a:t>፡፡</a:t>
            </a:r>
            <a:endParaRPr lang="am-ET" b="1" dirty="0"/>
          </a:p>
          <a:p>
            <a:pPr marL="0" indent="0">
              <a:buNone/>
            </a:pPr>
            <a:endParaRPr lang="en-US" dirty="0"/>
          </a:p>
        </p:txBody>
      </p:sp>
    </p:spTree>
    <p:extLst>
      <p:ext uri="{BB962C8B-B14F-4D97-AF65-F5344CB8AC3E}">
        <p14:creationId xmlns:p14="http://schemas.microsoft.com/office/powerpoint/2010/main" val="4899636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flipV="1">
            <a:off x="457200" y="152400"/>
            <a:ext cx="8229600" cy="122238"/>
          </a:xfrm>
        </p:spPr>
        <p:txBody>
          <a:bodyPr>
            <a:normAutofit fontScale="90000"/>
          </a:bodyPr>
          <a:lstStyle/>
          <a:p>
            <a:endParaRPr lang="en-US" dirty="0"/>
          </a:p>
        </p:txBody>
      </p:sp>
      <p:sp>
        <p:nvSpPr>
          <p:cNvPr id="3" name="Content Placeholder 2"/>
          <p:cNvSpPr>
            <a:spLocks noGrp="1"/>
          </p:cNvSpPr>
          <p:nvPr>
            <p:ph idx="1"/>
          </p:nvPr>
        </p:nvSpPr>
        <p:spPr>
          <a:xfrm>
            <a:off x="76200" y="457200"/>
            <a:ext cx="9067800" cy="6248400"/>
          </a:xfrm>
        </p:spPr>
        <p:txBody>
          <a:bodyPr>
            <a:normAutofit fontScale="55000" lnSpcReduction="20000"/>
          </a:bodyPr>
          <a:lstStyle/>
          <a:p>
            <a:pPr algn="just">
              <a:lnSpc>
                <a:spcPct val="170000"/>
              </a:lnSpc>
              <a:buFont typeface="Wingdings" panose="05000000000000000000" pitchFamily="2" charset="2"/>
              <a:buChar char="§"/>
            </a:pPr>
            <a:r>
              <a:rPr lang="am-ET" sz="5100" b="1" dirty="0">
                <a:solidFill>
                  <a:srgbClr val="7030A0"/>
                </a:solidFill>
              </a:rPr>
              <a:t>ዘዳግም 10፡16–17 </a:t>
            </a:r>
            <a:r>
              <a:rPr lang="am-ET" b="1" dirty="0"/>
              <a:t>“እንግዲህ አምላካችሁ እግዚአብሔር የአማልክት አምላክ የጌቶችም ጌታ፥ ታላቅ አምላክ ኃያልም የሚያስፈራም፥ በፍርድ የማያደላ፥ መማለጃም የማይቀበል ነውና እናንተ የልባችሁን ሸለፈት ግረዙ፥ ክእንግዲህ ወዲህም አንገተ ደንዳና አትሁኑ</a:t>
            </a:r>
            <a:r>
              <a:rPr lang="am-ET" b="1" dirty="0" smtClean="0"/>
              <a:t>።”</a:t>
            </a:r>
            <a:endParaRPr lang="en-US" b="1" dirty="0" smtClean="0">
              <a:latin typeface="Power Geez Unicode1" panose="00000400000000000000" pitchFamily="2" charset="0"/>
            </a:endParaRPr>
          </a:p>
          <a:p>
            <a:pPr algn="just">
              <a:lnSpc>
                <a:spcPct val="170000"/>
              </a:lnSpc>
              <a:buFont typeface="Wingdings" panose="05000000000000000000" pitchFamily="2" charset="2"/>
              <a:buChar char="§"/>
            </a:pPr>
            <a:r>
              <a:rPr lang="am-ET" b="1" dirty="0" smtClean="0"/>
              <a:t>የእብራይስጡ </a:t>
            </a:r>
            <a:r>
              <a:rPr lang="am-ET" b="1" dirty="0"/>
              <a:t>ንባብ </a:t>
            </a:r>
            <a:r>
              <a:rPr lang="he-IL" b="1" dirty="0">
                <a:latin typeface="Power Geez Unicode1" panose="00000400000000000000" pitchFamily="2" charset="0"/>
              </a:rPr>
              <a:t>הָאֲדֹנִ֑ים וַאֲדֹנֵ֖י הָֽאֱלֹהִ֔ים אֱלֹהֵ֣י ה֚וּא אֱלֹֽהֵיכֶ֔ם יְהוָ֣ה (</a:t>
            </a:r>
            <a:r>
              <a:rPr lang="am-ET" b="1" dirty="0"/>
              <a:t>ያሕዌ ኤሎሂከም ሁ ኤሎሄይ ሃኤሎሂም ወ አዶኔይ ሃአዶኒም) የሚል ሲሆን ቃል በቃል ሲተረጎም “ያሕዌ አምላኮችህ የአማልክት አምላኮች እና የጌቶች ጌታዎች ነው” የሚል ትርጉም ይሰጣል፡፡ በዚህ ጥቅስ ውስጥ “ኤሎሂከም” (አምላኮችህ)፣ “ኤሎሄይ” (አምላኮች)፣ “አዶኔይ” (ጌታዎች) የሚሉት ቃላት ሁሉ ለያሕዌ ጥቅም ላይ የዋሉ ቢሆኑም ብዙ ቁጥር ናቸው፡፡ </a:t>
            </a:r>
            <a:endParaRPr lang="en-US" b="1" dirty="0" smtClean="0">
              <a:latin typeface="Power Geez Unicode1" panose="00000400000000000000" pitchFamily="2" charset="0"/>
            </a:endParaRPr>
          </a:p>
          <a:p>
            <a:pPr algn="just">
              <a:lnSpc>
                <a:spcPct val="170000"/>
              </a:lnSpc>
              <a:buFont typeface="Wingdings" panose="05000000000000000000" pitchFamily="2" charset="2"/>
              <a:buChar char="§"/>
            </a:pPr>
            <a:r>
              <a:rPr lang="am-ET" b="1" dirty="0" smtClean="0"/>
              <a:t>የመጽሐፍ </a:t>
            </a:r>
            <a:r>
              <a:rPr lang="am-ET" b="1" dirty="0"/>
              <a:t>ቅዱስ ተርጓሚዎች መሰል ቃላትን በቀጥተኛ ትርጉማቸው ማስቀመጥ ከተለመደው የሰዎች መረዳት አንጻር ወደ መድብለ አማልክትነት የተሳሳተ ድምዳሜ ሊመራ እንደሚችል ስላሰቡ በነጠላ ቢተረጉሟቸውም እውነታው ግን ብዙ ቁጥር አመልካች መሆናቸው ነው፡፡ የሥላሴን ትምህርት ለተረዳ ሰው ግን ጥያቄ የሚፈጥሩ አይደሉም፡፡ እግዚአብሔር በመለኮቱ አንድ ቢሆንም በአካል ግን ሦስት ነው፡፡</a:t>
            </a:r>
            <a:endParaRPr lang="en-US" b="1" dirty="0">
              <a:latin typeface="Power Geez Unicode1" panose="00000400000000000000" pitchFamily="2" charset="0"/>
            </a:endParaRPr>
          </a:p>
          <a:p>
            <a:pPr marL="0" indent="0">
              <a:buNone/>
            </a:pPr>
            <a:endParaRPr lang="en-US" dirty="0"/>
          </a:p>
        </p:txBody>
      </p:sp>
    </p:spTree>
    <p:extLst>
      <p:ext uri="{BB962C8B-B14F-4D97-AF65-F5344CB8AC3E}">
        <p14:creationId xmlns:p14="http://schemas.microsoft.com/office/powerpoint/2010/main" val="14297708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flipV="1">
            <a:off x="457200" y="0"/>
            <a:ext cx="8229600" cy="228600"/>
          </a:xfrm>
        </p:spPr>
        <p:txBody>
          <a:bodyPr>
            <a:normAutofit fontScale="90000"/>
          </a:bodyPr>
          <a:lstStyle/>
          <a:p>
            <a:endParaRPr lang="en-US" dirty="0"/>
          </a:p>
        </p:txBody>
      </p:sp>
      <p:sp>
        <p:nvSpPr>
          <p:cNvPr id="3" name="Content Placeholder 2"/>
          <p:cNvSpPr>
            <a:spLocks noGrp="1"/>
          </p:cNvSpPr>
          <p:nvPr>
            <p:ph idx="1"/>
          </p:nvPr>
        </p:nvSpPr>
        <p:spPr>
          <a:xfrm>
            <a:off x="76200" y="381000"/>
            <a:ext cx="8915400" cy="6324600"/>
          </a:xfrm>
        </p:spPr>
        <p:txBody>
          <a:bodyPr>
            <a:normAutofit fontScale="92500" lnSpcReduction="20000"/>
          </a:bodyPr>
          <a:lstStyle/>
          <a:p>
            <a:pPr algn="just">
              <a:lnSpc>
                <a:spcPct val="150000"/>
              </a:lnSpc>
            </a:pPr>
            <a:r>
              <a:rPr lang="am-ET" b="1" dirty="0" smtClean="0">
                <a:solidFill>
                  <a:srgbClr val="7030A0"/>
                </a:solidFill>
              </a:rPr>
              <a:t>ማጠቃለያ</a:t>
            </a:r>
            <a:r>
              <a:rPr lang="en-US" b="1" dirty="0" smtClean="0">
                <a:solidFill>
                  <a:srgbClr val="7030A0"/>
                </a:solidFill>
                <a:latin typeface="Power Geez Unicode1" panose="00000400000000000000" pitchFamily="2" charset="0"/>
              </a:rPr>
              <a:t>:- </a:t>
            </a:r>
            <a:r>
              <a:rPr lang="en-US" b="1" dirty="0" smtClean="0">
                <a:latin typeface="Power Geez Unicode1" panose="00000400000000000000" pitchFamily="2" charset="0"/>
              </a:rPr>
              <a:t>“</a:t>
            </a:r>
            <a:r>
              <a:rPr lang="am-ET" b="1" dirty="0" smtClean="0"/>
              <a:t>ከላይ </a:t>
            </a:r>
            <a:r>
              <a:rPr lang="am-ET" b="1" dirty="0"/>
              <a:t>በተመለከትናቸው ጥቅሶች ውስጥ የነጠላና የብዜት ስሞች፣ ቅፅሎች፣ ግሦች፣ ወዘተ. ተሰባጥረው መምጣታቸው እግዚአብሔር በባሕርዩው አንድ ቢሆንም ነገር ግን በአካል ከአንድ በላይ መሆኑን የሚያረጋግጥ ስለሆነ የሥላሴን አንድነትና ሦስትነት የሚያጠናክር የማይታበል ማስረጃ ነው። በእርግጥ እነዚህ ጥቅሶች በብዙ ቁጥር ቢናገሩም የቁጥሩን መጠን አይገልጹም፡፡ ስለ እግዚአብሔር ሥላሴነት የሚናገሩ መሆናቸውን ለመረዳት ሌሎች </a:t>
            </a:r>
            <a:r>
              <a:rPr lang="am-ET" b="1" dirty="0" smtClean="0"/>
              <a:t>የ</a:t>
            </a:r>
            <a:r>
              <a:rPr lang="en-US" b="1" dirty="0" err="1" smtClean="0"/>
              <a:t>አዲስ</a:t>
            </a:r>
            <a:r>
              <a:rPr lang="en-US" b="1" dirty="0" smtClean="0"/>
              <a:t> </a:t>
            </a:r>
            <a:r>
              <a:rPr lang="en-US" b="1" dirty="0" err="1" smtClean="0"/>
              <a:t>ኪዳን</a:t>
            </a:r>
            <a:r>
              <a:rPr lang="am-ET" b="1" dirty="0" smtClean="0"/>
              <a:t> </a:t>
            </a:r>
            <a:r>
              <a:rPr lang="am-ET" b="1" dirty="0"/>
              <a:t>ጥቅሶችን ማገናዘብ አስፈላጊ ነው</a:t>
            </a:r>
            <a:r>
              <a:rPr lang="am-ET" b="1" dirty="0" smtClean="0"/>
              <a:t>፡፡</a:t>
            </a:r>
            <a:r>
              <a:rPr lang="en-US" b="1" dirty="0" smtClean="0">
                <a:latin typeface="Power Geez Unicode1" panose="00000400000000000000" pitchFamily="2" charset="0"/>
              </a:rPr>
              <a:t>”</a:t>
            </a:r>
            <a:endParaRPr lang="en-US" b="1" dirty="0">
              <a:latin typeface="Power Geez Unicode1" panose="00000400000000000000" pitchFamily="2" charset="0"/>
            </a:endParaRPr>
          </a:p>
        </p:txBody>
      </p:sp>
    </p:spTree>
    <p:extLst>
      <p:ext uri="{BB962C8B-B14F-4D97-AF65-F5344CB8AC3E}">
        <p14:creationId xmlns:p14="http://schemas.microsoft.com/office/powerpoint/2010/main" val="23001136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19"/>
            <a:ext cx="8229600" cy="45719"/>
          </a:xfrm>
        </p:spPr>
        <p:txBody>
          <a:bodyPr>
            <a:normAutofit fontScale="90000"/>
          </a:bodyPr>
          <a:lstStyle/>
          <a:p>
            <a:endParaRPr lang="en-US" dirty="0"/>
          </a:p>
        </p:txBody>
      </p:sp>
      <p:sp>
        <p:nvSpPr>
          <p:cNvPr id="3" name="Content Placeholder 2"/>
          <p:cNvSpPr>
            <a:spLocks noGrp="1"/>
          </p:cNvSpPr>
          <p:nvPr>
            <p:ph idx="1"/>
          </p:nvPr>
        </p:nvSpPr>
        <p:spPr>
          <a:xfrm>
            <a:off x="152400" y="228600"/>
            <a:ext cx="8839200" cy="6553200"/>
          </a:xfrm>
        </p:spPr>
        <p:txBody>
          <a:bodyPr>
            <a:normAutofit fontScale="70000" lnSpcReduction="20000"/>
          </a:bodyPr>
          <a:lstStyle/>
          <a:p>
            <a:pPr marL="0" indent="0">
              <a:buNone/>
            </a:pPr>
            <a:r>
              <a:rPr lang="en-US" b="1" dirty="0" smtClean="0">
                <a:solidFill>
                  <a:srgbClr val="FF0000"/>
                </a:solidFill>
                <a:latin typeface="Power Geez Unicode1" panose="00000400000000000000" pitchFamily="2" charset="0"/>
              </a:rPr>
              <a:t>ሐ) </a:t>
            </a:r>
            <a:r>
              <a:rPr lang="en-US" b="1" dirty="0" err="1" smtClean="0">
                <a:solidFill>
                  <a:srgbClr val="FF0000"/>
                </a:solidFill>
                <a:latin typeface="Power Geez Unicode1" panose="00000400000000000000" pitchFamily="2" charset="0"/>
              </a:rPr>
              <a:t>ስላሴ</a:t>
            </a:r>
            <a:r>
              <a:rPr lang="en-US" b="1" dirty="0" smtClean="0">
                <a:solidFill>
                  <a:srgbClr val="FF0000"/>
                </a:solidFill>
                <a:latin typeface="Power Geez Unicode1" panose="00000400000000000000" pitchFamily="2" charset="0"/>
              </a:rPr>
              <a:t> </a:t>
            </a:r>
            <a:r>
              <a:rPr lang="en-US" b="1" dirty="0" err="1" smtClean="0">
                <a:solidFill>
                  <a:srgbClr val="FF0000"/>
                </a:solidFill>
                <a:latin typeface="Power Geez Unicode1" panose="00000400000000000000" pitchFamily="2" charset="0"/>
              </a:rPr>
              <a:t>በአዲስ</a:t>
            </a:r>
            <a:r>
              <a:rPr lang="en-US" b="1" dirty="0" smtClean="0">
                <a:solidFill>
                  <a:srgbClr val="FF0000"/>
                </a:solidFill>
                <a:latin typeface="Power Geez Unicode1" panose="00000400000000000000" pitchFamily="2" charset="0"/>
              </a:rPr>
              <a:t> </a:t>
            </a:r>
            <a:r>
              <a:rPr lang="en-US" b="1" dirty="0" err="1" smtClean="0">
                <a:solidFill>
                  <a:srgbClr val="FF0000"/>
                </a:solidFill>
                <a:latin typeface="Power Geez Unicode1" panose="00000400000000000000" pitchFamily="2" charset="0"/>
              </a:rPr>
              <a:t>ኪዳን</a:t>
            </a:r>
            <a:endParaRPr lang="en-US" b="1" dirty="0" smtClean="0">
              <a:solidFill>
                <a:srgbClr val="FF0000"/>
              </a:solidFill>
              <a:latin typeface="Power Geez Unicode1" panose="00000400000000000000" pitchFamily="2" charset="0"/>
            </a:endParaRPr>
          </a:p>
          <a:p>
            <a:pPr marL="0" indent="0" algn="just">
              <a:lnSpc>
                <a:spcPct val="170000"/>
              </a:lnSpc>
              <a:buNone/>
            </a:pPr>
            <a:r>
              <a:rPr lang="en-US" b="1" dirty="0" err="1" smtClean="0">
                <a:solidFill>
                  <a:srgbClr val="00B050"/>
                </a:solidFill>
                <a:latin typeface="Power Geez Unicode1" panose="00000400000000000000" pitchFamily="2" charset="0"/>
              </a:rPr>
              <a:t>ሶስቱ</a:t>
            </a:r>
            <a:r>
              <a:rPr lang="en-US" b="1" dirty="0" smtClean="0">
                <a:solidFill>
                  <a:srgbClr val="00B050"/>
                </a:solidFill>
                <a:latin typeface="Power Geez Unicode1" panose="00000400000000000000" pitchFamily="2" charset="0"/>
              </a:rPr>
              <a:t> </a:t>
            </a:r>
            <a:r>
              <a:rPr lang="en-US" b="1" dirty="0" err="1" smtClean="0">
                <a:solidFill>
                  <a:srgbClr val="00B050"/>
                </a:solidFill>
                <a:latin typeface="Power Geez Unicode1" panose="00000400000000000000" pitchFamily="2" charset="0"/>
              </a:rPr>
              <a:t>አካላት</a:t>
            </a:r>
            <a:r>
              <a:rPr lang="en-US" b="1" dirty="0" smtClean="0">
                <a:solidFill>
                  <a:srgbClr val="00B050"/>
                </a:solidFill>
                <a:latin typeface="Power Geez Unicode1" panose="00000400000000000000" pitchFamily="2" charset="0"/>
              </a:rPr>
              <a:t> </a:t>
            </a:r>
            <a:r>
              <a:rPr lang="en-US" b="1" dirty="0" err="1" smtClean="0">
                <a:solidFill>
                  <a:srgbClr val="00B050"/>
                </a:solidFill>
                <a:latin typeface="Power Geez Unicode1" panose="00000400000000000000" pitchFamily="2" charset="0"/>
              </a:rPr>
              <a:t>በአንድነት</a:t>
            </a:r>
            <a:r>
              <a:rPr lang="en-US" b="1" dirty="0" smtClean="0">
                <a:solidFill>
                  <a:srgbClr val="00B050"/>
                </a:solidFill>
                <a:latin typeface="Power Geez Unicode1" panose="00000400000000000000" pitchFamily="2" charset="0"/>
              </a:rPr>
              <a:t> </a:t>
            </a:r>
            <a:r>
              <a:rPr lang="en-US" b="1" dirty="0" err="1" smtClean="0">
                <a:solidFill>
                  <a:srgbClr val="00B050"/>
                </a:solidFill>
                <a:latin typeface="Power Geez Unicode1" panose="00000400000000000000" pitchFamily="2" charset="0"/>
              </a:rPr>
              <a:t>ተጽፈዋል</a:t>
            </a:r>
            <a:r>
              <a:rPr lang="en-US" b="1" dirty="0" smtClean="0">
                <a:solidFill>
                  <a:srgbClr val="00B050"/>
                </a:solidFill>
                <a:latin typeface="Power Geez Unicode1" panose="00000400000000000000" pitchFamily="2" charset="0"/>
              </a:rPr>
              <a:t> </a:t>
            </a:r>
          </a:p>
          <a:p>
            <a:pPr algn="just">
              <a:lnSpc>
                <a:spcPct val="170000"/>
              </a:lnSpc>
              <a:buFont typeface="Wingdings" panose="05000000000000000000" pitchFamily="2" charset="2"/>
              <a:buChar char="§"/>
            </a:pPr>
            <a:r>
              <a:rPr lang="am-ET" b="1" dirty="0">
                <a:solidFill>
                  <a:srgbClr val="7030A0"/>
                </a:solidFill>
              </a:rPr>
              <a:t>ማቴ. </a:t>
            </a:r>
            <a:r>
              <a:rPr lang="am-ET" b="1" dirty="0" smtClean="0">
                <a:solidFill>
                  <a:srgbClr val="7030A0"/>
                </a:solidFill>
              </a:rPr>
              <a:t>28፡19</a:t>
            </a:r>
            <a:r>
              <a:rPr lang="en-US" b="1" dirty="0" smtClean="0">
                <a:solidFill>
                  <a:srgbClr val="7030A0"/>
                </a:solidFill>
                <a:latin typeface="Power Geez Unicode1" panose="00000400000000000000" pitchFamily="2" charset="0"/>
              </a:rPr>
              <a:t> </a:t>
            </a:r>
            <a:r>
              <a:rPr lang="en-US" b="1" dirty="0" err="1" smtClean="0">
                <a:solidFill>
                  <a:srgbClr val="7030A0"/>
                </a:solidFill>
                <a:latin typeface="Power Geez Unicode1" panose="00000400000000000000" pitchFamily="2" charset="0"/>
              </a:rPr>
              <a:t>እንዲህ</a:t>
            </a:r>
            <a:r>
              <a:rPr lang="en-US" b="1" dirty="0" smtClean="0">
                <a:solidFill>
                  <a:srgbClr val="7030A0"/>
                </a:solidFill>
                <a:latin typeface="Power Geez Unicode1" panose="00000400000000000000" pitchFamily="2" charset="0"/>
              </a:rPr>
              <a:t> </a:t>
            </a:r>
            <a:r>
              <a:rPr lang="en-US" b="1" dirty="0" err="1" smtClean="0">
                <a:solidFill>
                  <a:srgbClr val="7030A0"/>
                </a:solidFill>
                <a:latin typeface="Power Geez Unicode1" panose="00000400000000000000" pitchFamily="2" charset="0"/>
              </a:rPr>
              <a:t>ይላል</a:t>
            </a:r>
            <a:r>
              <a:rPr lang="en-US" b="1" dirty="0" smtClean="0">
                <a:solidFill>
                  <a:srgbClr val="7030A0"/>
                </a:solidFill>
                <a:latin typeface="Power Geez Unicode1" panose="00000400000000000000" pitchFamily="2" charset="0"/>
              </a:rPr>
              <a:t>፡- </a:t>
            </a:r>
            <a:r>
              <a:rPr lang="en-US" b="1" dirty="0" smtClean="0">
                <a:latin typeface="Power Geez Unicode1" panose="00000400000000000000" pitchFamily="2" charset="0"/>
              </a:rPr>
              <a:t>“</a:t>
            </a:r>
            <a:r>
              <a:rPr lang="en-US" b="1" dirty="0" err="1" smtClean="0">
                <a:latin typeface="Power Geez Unicode1" panose="00000400000000000000" pitchFamily="2" charset="0"/>
              </a:rPr>
              <a:t>እንግዲህ</a:t>
            </a:r>
            <a:r>
              <a:rPr lang="en-US" b="1" dirty="0" smtClean="0">
                <a:latin typeface="Power Geez Unicode1" panose="00000400000000000000" pitchFamily="2" charset="0"/>
              </a:rPr>
              <a:t> </a:t>
            </a:r>
            <a:r>
              <a:rPr lang="en-US" b="1" dirty="0" err="1" smtClean="0">
                <a:latin typeface="Power Geez Unicode1" panose="00000400000000000000" pitchFamily="2" charset="0"/>
              </a:rPr>
              <a:t>ሂዱና</a:t>
            </a:r>
            <a:r>
              <a:rPr lang="en-US" b="1" dirty="0" smtClean="0">
                <a:latin typeface="Power Geez Unicode1" panose="00000400000000000000" pitchFamily="2" charset="0"/>
              </a:rPr>
              <a:t> </a:t>
            </a:r>
            <a:r>
              <a:rPr lang="en-US" b="1" dirty="0" err="1" smtClean="0">
                <a:latin typeface="Power Geez Unicode1" panose="00000400000000000000" pitchFamily="2" charset="0"/>
              </a:rPr>
              <a:t>አህዛብን</a:t>
            </a:r>
            <a:r>
              <a:rPr lang="en-US" b="1" dirty="0" smtClean="0">
                <a:latin typeface="Power Geez Unicode1" panose="00000400000000000000" pitchFamily="2" charset="0"/>
              </a:rPr>
              <a:t> </a:t>
            </a:r>
            <a:r>
              <a:rPr lang="en-US" b="1" dirty="0" err="1" smtClean="0">
                <a:latin typeface="Power Geez Unicode1" panose="00000400000000000000" pitchFamily="2" charset="0"/>
              </a:rPr>
              <a:t>ሁሉ</a:t>
            </a:r>
            <a:r>
              <a:rPr lang="en-US" b="1" dirty="0" smtClean="0">
                <a:latin typeface="Power Geez Unicode1" panose="00000400000000000000" pitchFamily="2" charset="0"/>
              </a:rPr>
              <a:t> </a:t>
            </a:r>
            <a:r>
              <a:rPr lang="en-US" b="1" dirty="0" err="1" smtClean="0">
                <a:latin typeface="Power Geez Unicode1" panose="00000400000000000000" pitchFamily="2" charset="0"/>
              </a:rPr>
              <a:t>በአብ</a:t>
            </a:r>
            <a:r>
              <a:rPr lang="en-US" b="1" dirty="0" smtClean="0">
                <a:latin typeface="Power Geez Unicode1" panose="00000400000000000000" pitchFamily="2" charset="0"/>
              </a:rPr>
              <a:t> </a:t>
            </a:r>
            <a:r>
              <a:rPr lang="en-US" b="1" dirty="0" err="1" smtClean="0">
                <a:latin typeface="Power Geez Unicode1" panose="00000400000000000000" pitchFamily="2" charset="0"/>
              </a:rPr>
              <a:t>በወልድና</a:t>
            </a:r>
            <a:r>
              <a:rPr lang="en-US" b="1" dirty="0" smtClean="0">
                <a:latin typeface="Power Geez Unicode1" panose="00000400000000000000" pitchFamily="2" charset="0"/>
              </a:rPr>
              <a:t> </a:t>
            </a:r>
            <a:r>
              <a:rPr lang="en-US" b="1" dirty="0" err="1" smtClean="0">
                <a:latin typeface="Power Geez Unicode1" panose="00000400000000000000" pitchFamily="2" charset="0"/>
              </a:rPr>
              <a:t>በመንፈስ</a:t>
            </a:r>
            <a:r>
              <a:rPr lang="en-US" b="1" dirty="0" smtClean="0">
                <a:latin typeface="Power Geez Unicode1" panose="00000400000000000000" pitchFamily="2" charset="0"/>
              </a:rPr>
              <a:t> </a:t>
            </a:r>
            <a:r>
              <a:rPr lang="en-US" b="1" dirty="0" err="1" smtClean="0">
                <a:latin typeface="Power Geez Unicode1" panose="00000400000000000000" pitchFamily="2" charset="0"/>
              </a:rPr>
              <a:t>ቅዱስ</a:t>
            </a:r>
            <a:r>
              <a:rPr lang="en-US" b="1" dirty="0" smtClean="0">
                <a:latin typeface="Power Geez Unicode1" panose="00000400000000000000" pitchFamily="2" charset="0"/>
              </a:rPr>
              <a:t> </a:t>
            </a:r>
            <a:r>
              <a:rPr lang="en-US" b="1" dirty="0" err="1" smtClean="0">
                <a:solidFill>
                  <a:srgbClr val="00B050"/>
                </a:solidFill>
                <a:latin typeface="Power Geez Unicode1" panose="00000400000000000000" pitchFamily="2" charset="0"/>
              </a:rPr>
              <a:t>ስም</a:t>
            </a:r>
            <a:r>
              <a:rPr lang="en-US" b="1" dirty="0" smtClean="0">
                <a:latin typeface="Power Geez Unicode1" panose="00000400000000000000" pitchFamily="2" charset="0"/>
              </a:rPr>
              <a:t> </a:t>
            </a:r>
            <a:r>
              <a:rPr lang="en-US" b="1" dirty="0" err="1" smtClean="0">
                <a:latin typeface="Power Geez Unicode1" panose="00000400000000000000" pitchFamily="2" charset="0"/>
              </a:rPr>
              <a:t>እያጠመቃችኃቸው</a:t>
            </a:r>
            <a:r>
              <a:rPr lang="en-US" b="1" dirty="0" smtClean="0">
                <a:latin typeface="Power Geez Unicode1" panose="00000400000000000000" pitchFamily="2" charset="0"/>
              </a:rPr>
              <a:t> ….”</a:t>
            </a:r>
          </a:p>
          <a:p>
            <a:pPr algn="just">
              <a:lnSpc>
                <a:spcPct val="170000"/>
              </a:lnSpc>
              <a:buFont typeface="Wingdings" panose="05000000000000000000" pitchFamily="2" charset="2"/>
              <a:buChar char="§"/>
            </a:pPr>
            <a:r>
              <a:rPr lang="en-US" b="1" dirty="0">
                <a:latin typeface="Power Geez Unicode1" panose="00000400000000000000" pitchFamily="2" charset="0"/>
              </a:rPr>
              <a:t> </a:t>
            </a:r>
            <a:r>
              <a:rPr lang="en-US" b="1" dirty="0" err="1" smtClean="0">
                <a:latin typeface="Power Geez Unicode1" panose="00000400000000000000" pitchFamily="2" charset="0"/>
              </a:rPr>
              <a:t>በዚህ</a:t>
            </a:r>
            <a:r>
              <a:rPr lang="en-US" b="1" dirty="0" smtClean="0">
                <a:latin typeface="Power Geez Unicode1" panose="00000400000000000000" pitchFamily="2" charset="0"/>
              </a:rPr>
              <a:t> </a:t>
            </a:r>
            <a:r>
              <a:rPr lang="en-US" b="1" dirty="0" err="1" smtClean="0">
                <a:latin typeface="Power Geez Unicode1" panose="00000400000000000000" pitchFamily="2" charset="0"/>
              </a:rPr>
              <a:t>ጥቅስ</a:t>
            </a:r>
            <a:r>
              <a:rPr lang="en-US" b="1" dirty="0" smtClean="0">
                <a:latin typeface="Power Geez Unicode1" panose="00000400000000000000" pitchFamily="2" charset="0"/>
              </a:rPr>
              <a:t> </a:t>
            </a:r>
            <a:r>
              <a:rPr lang="en-US" b="1" dirty="0" err="1" smtClean="0">
                <a:latin typeface="Power Geez Unicode1" panose="00000400000000000000" pitchFamily="2" charset="0"/>
              </a:rPr>
              <a:t>ሶስት</a:t>
            </a:r>
            <a:r>
              <a:rPr lang="en-US" b="1" dirty="0" smtClean="0">
                <a:latin typeface="Power Geez Unicode1" panose="00000400000000000000" pitchFamily="2" charset="0"/>
              </a:rPr>
              <a:t> </a:t>
            </a:r>
            <a:r>
              <a:rPr lang="en-US" b="1" dirty="0" err="1" smtClean="0">
                <a:latin typeface="Power Geez Unicode1" panose="00000400000000000000" pitchFamily="2" charset="0"/>
              </a:rPr>
              <a:t>አካላት</a:t>
            </a:r>
            <a:r>
              <a:rPr lang="en-US" b="1" dirty="0" smtClean="0">
                <a:latin typeface="Power Geez Unicode1" panose="00000400000000000000" pitchFamily="2" charset="0"/>
              </a:rPr>
              <a:t> </a:t>
            </a:r>
            <a:r>
              <a:rPr lang="en-US" b="1" dirty="0" err="1" smtClean="0">
                <a:latin typeface="Power Geez Unicode1" panose="00000400000000000000" pitchFamily="2" charset="0"/>
              </a:rPr>
              <a:t>ጠቅሶ</a:t>
            </a:r>
            <a:r>
              <a:rPr lang="en-US" b="1" dirty="0" smtClean="0">
                <a:latin typeface="Power Geez Unicode1" panose="00000400000000000000" pitchFamily="2" charset="0"/>
              </a:rPr>
              <a:t> </a:t>
            </a:r>
            <a:r>
              <a:rPr lang="en-US" b="1" dirty="0" err="1" smtClean="0">
                <a:latin typeface="Power Geez Unicode1" panose="00000400000000000000" pitchFamily="2" charset="0"/>
              </a:rPr>
              <a:t>ስም</a:t>
            </a:r>
            <a:r>
              <a:rPr lang="en-US" b="1" dirty="0" smtClean="0">
                <a:latin typeface="Power Geez Unicode1" panose="00000400000000000000" pitchFamily="2" charset="0"/>
              </a:rPr>
              <a:t> </a:t>
            </a:r>
            <a:r>
              <a:rPr lang="en-US" b="1" dirty="0" err="1" smtClean="0">
                <a:latin typeface="Power Geez Unicode1" panose="00000400000000000000" pitchFamily="2" charset="0"/>
              </a:rPr>
              <a:t>በሚል</a:t>
            </a:r>
            <a:r>
              <a:rPr lang="en-US" b="1" dirty="0" smtClean="0">
                <a:latin typeface="Power Geez Unicode1" panose="00000400000000000000" pitchFamily="2" charset="0"/>
              </a:rPr>
              <a:t> </a:t>
            </a:r>
            <a:r>
              <a:rPr lang="en-US" b="1" dirty="0" err="1" smtClean="0">
                <a:latin typeface="Power Geez Unicode1" panose="00000400000000000000" pitchFamily="2" charset="0"/>
              </a:rPr>
              <a:t>በነጠላ</a:t>
            </a:r>
            <a:r>
              <a:rPr lang="en-US" b="1" dirty="0" smtClean="0">
                <a:latin typeface="Power Geez Unicode1" panose="00000400000000000000" pitchFamily="2" charset="0"/>
              </a:rPr>
              <a:t> </a:t>
            </a:r>
            <a:r>
              <a:rPr lang="en-US" b="1" dirty="0" err="1" smtClean="0">
                <a:latin typeface="Power Geez Unicode1" panose="00000400000000000000" pitchFamily="2" charset="0"/>
              </a:rPr>
              <a:t>ቁጥር</a:t>
            </a:r>
            <a:r>
              <a:rPr lang="en-US" b="1" dirty="0" smtClean="0">
                <a:latin typeface="Power Geez Unicode1" panose="00000400000000000000" pitchFamily="2" charset="0"/>
              </a:rPr>
              <a:t> </a:t>
            </a:r>
            <a:r>
              <a:rPr lang="en-US" b="1" dirty="0" err="1" smtClean="0">
                <a:latin typeface="Power Geez Unicode1" panose="00000400000000000000" pitchFamily="2" charset="0"/>
              </a:rPr>
              <a:t>ይደመድማል</a:t>
            </a:r>
            <a:r>
              <a:rPr lang="en-US" b="1" dirty="0" smtClean="0">
                <a:latin typeface="Power Geez Unicode1" panose="00000400000000000000" pitchFamily="2" charset="0"/>
              </a:rPr>
              <a:t>፡፡ </a:t>
            </a:r>
            <a:r>
              <a:rPr lang="en-US" b="1" dirty="0" err="1" smtClean="0">
                <a:latin typeface="Power Geez Unicode1" panose="00000400000000000000" pitchFamily="2" charset="0"/>
              </a:rPr>
              <a:t>በብዝሃነት</a:t>
            </a:r>
            <a:r>
              <a:rPr lang="en-US" b="1" dirty="0" smtClean="0">
                <a:latin typeface="Power Geez Unicode1" panose="00000400000000000000" pitchFamily="2" charset="0"/>
              </a:rPr>
              <a:t> </a:t>
            </a:r>
            <a:r>
              <a:rPr lang="en-US" b="1" dirty="0" err="1" smtClean="0">
                <a:latin typeface="Power Geez Unicode1" panose="00000400000000000000" pitchFamily="2" charset="0"/>
              </a:rPr>
              <a:t>ጀምሮ</a:t>
            </a:r>
            <a:r>
              <a:rPr lang="en-US" b="1" dirty="0" smtClean="0">
                <a:latin typeface="Power Geez Unicode1" panose="00000400000000000000" pitchFamily="2" charset="0"/>
              </a:rPr>
              <a:t> </a:t>
            </a:r>
            <a:r>
              <a:rPr lang="en-US" b="1" dirty="0" err="1" smtClean="0">
                <a:latin typeface="Power Geez Unicode1" panose="00000400000000000000" pitchFamily="2" charset="0"/>
              </a:rPr>
              <a:t>በነጠላ</a:t>
            </a:r>
            <a:r>
              <a:rPr lang="en-US" b="1" dirty="0" smtClean="0">
                <a:latin typeface="Power Geez Unicode1" panose="00000400000000000000" pitchFamily="2" charset="0"/>
              </a:rPr>
              <a:t> </a:t>
            </a:r>
            <a:r>
              <a:rPr lang="en-US" b="1" dirty="0" err="1" smtClean="0">
                <a:latin typeface="Power Geez Unicode1" panose="00000400000000000000" pitchFamily="2" charset="0"/>
              </a:rPr>
              <a:t>ይጨርሳል</a:t>
            </a:r>
            <a:r>
              <a:rPr lang="en-US" b="1" dirty="0" smtClean="0">
                <a:latin typeface="Power Geez Unicode1" panose="00000400000000000000" pitchFamily="2" charset="0"/>
              </a:rPr>
              <a:t>፡፡</a:t>
            </a:r>
          </a:p>
          <a:p>
            <a:pPr algn="just">
              <a:lnSpc>
                <a:spcPct val="170000"/>
              </a:lnSpc>
              <a:buFont typeface="Wingdings" panose="05000000000000000000" pitchFamily="2" charset="2"/>
              <a:buChar char="§"/>
            </a:pPr>
            <a:r>
              <a:rPr lang="am-ET" b="1" dirty="0" smtClean="0">
                <a:solidFill>
                  <a:srgbClr val="7030A0"/>
                </a:solidFill>
              </a:rPr>
              <a:t>1ጴጥ 1፡2</a:t>
            </a:r>
            <a:r>
              <a:rPr lang="en-US" b="1" dirty="0" smtClean="0">
                <a:solidFill>
                  <a:srgbClr val="7030A0"/>
                </a:solidFill>
                <a:latin typeface="Power Geez Unicode1" panose="00000400000000000000" pitchFamily="2" charset="0"/>
              </a:rPr>
              <a:t> </a:t>
            </a:r>
            <a:r>
              <a:rPr lang="en-US" b="1" dirty="0" err="1" smtClean="0">
                <a:solidFill>
                  <a:srgbClr val="7030A0"/>
                </a:solidFill>
                <a:latin typeface="Power Geez Unicode1" panose="00000400000000000000" pitchFamily="2" charset="0"/>
              </a:rPr>
              <a:t>እንዲህ</a:t>
            </a:r>
            <a:r>
              <a:rPr lang="en-US" b="1" dirty="0" smtClean="0">
                <a:solidFill>
                  <a:srgbClr val="7030A0"/>
                </a:solidFill>
                <a:latin typeface="Power Geez Unicode1" panose="00000400000000000000" pitchFamily="2" charset="0"/>
              </a:rPr>
              <a:t> </a:t>
            </a:r>
            <a:r>
              <a:rPr lang="en-US" b="1" dirty="0" err="1" smtClean="0">
                <a:solidFill>
                  <a:srgbClr val="7030A0"/>
                </a:solidFill>
                <a:latin typeface="Power Geez Unicode1" panose="00000400000000000000" pitchFamily="2" charset="0"/>
              </a:rPr>
              <a:t>ይላል</a:t>
            </a:r>
            <a:r>
              <a:rPr lang="en-US" b="1" dirty="0" smtClean="0">
                <a:solidFill>
                  <a:srgbClr val="7030A0"/>
                </a:solidFill>
                <a:latin typeface="Power Geez Unicode1" panose="00000400000000000000" pitchFamily="2" charset="0"/>
              </a:rPr>
              <a:t>፡- </a:t>
            </a:r>
            <a:r>
              <a:rPr lang="en-US" b="1" dirty="0" smtClean="0">
                <a:latin typeface="Power Geez Unicode1" panose="00000400000000000000" pitchFamily="2" charset="0"/>
              </a:rPr>
              <a:t>“</a:t>
            </a:r>
            <a:r>
              <a:rPr lang="en-US" b="1" dirty="0" err="1" smtClean="0">
                <a:latin typeface="Power Geez Unicode1" panose="00000400000000000000" pitchFamily="2" charset="0"/>
              </a:rPr>
              <a:t>የኢየሱስ</a:t>
            </a:r>
            <a:r>
              <a:rPr lang="en-US" b="1" dirty="0" smtClean="0">
                <a:latin typeface="Power Geez Unicode1" panose="00000400000000000000" pitchFamily="2" charset="0"/>
              </a:rPr>
              <a:t> </a:t>
            </a:r>
            <a:r>
              <a:rPr lang="en-US" b="1" dirty="0" err="1" smtClean="0">
                <a:latin typeface="Power Geez Unicode1" panose="00000400000000000000" pitchFamily="2" charset="0"/>
              </a:rPr>
              <a:t>ክርስቶስ</a:t>
            </a:r>
            <a:r>
              <a:rPr lang="en-US" b="1" dirty="0" smtClean="0">
                <a:latin typeface="Power Geez Unicode1" panose="00000400000000000000" pitchFamily="2" charset="0"/>
              </a:rPr>
              <a:t> </a:t>
            </a:r>
            <a:r>
              <a:rPr lang="en-US" b="1" dirty="0" err="1" smtClean="0">
                <a:latin typeface="Power Geez Unicode1" panose="00000400000000000000" pitchFamily="2" charset="0"/>
              </a:rPr>
              <a:t>ሐዋርያ</a:t>
            </a:r>
            <a:r>
              <a:rPr lang="en-US" b="1" dirty="0" smtClean="0">
                <a:latin typeface="Power Geez Unicode1" panose="00000400000000000000" pitchFamily="2" charset="0"/>
              </a:rPr>
              <a:t> </a:t>
            </a:r>
            <a:r>
              <a:rPr lang="en-US" b="1" dirty="0" err="1" smtClean="0">
                <a:latin typeface="Power Geez Unicode1" panose="00000400000000000000" pitchFamily="2" charset="0"/>
              </a:rPr>
              <a:t>ጴጥሮስ</a:t>
            </a:r>
            <a:r>
              <a:rPr lang="en-US" b="1" dirty="0" smtClean="0">
                <a:latin typeface="Power Geez Unicode1" panose="00000400000000000000" pitchFamily="2" charset="0"/>
              </a:rPr>
              <a:t>፣ </a:t>
            </a:r>
            <a:r>
              <a:rPr lang="en-US" b="1" dirty="0" err="1" smtClean="0">
                <a:latin typeface="Power Geez Unicode1" panose="00000400000000000000" pitchFamily="2" charset="0"/>
              </a:rPr>
              <a:t>እግዚአብሄር</a:t>
            </a:r>
            <a:r>
              <a:rPr lang="en-US" b="1" dirty="0" smtClean="0">
                <a:latin typeface="Power Geez Unicode1" panose="00000400000000000000" pitchFamily="2" charset="0"/>
              </a:rPr>
              <a:t> </a:t>
            </a:r>
            <a:r>
              <a:rPr lang="en-US" b="1" dirty="0" err="1" smtClean="0">
                <a:latin typeface="Power Geez Unicode1" panose="00000400000000000000" pitchFamily="2" charset="0"/>
              </a:rPr>
              <a:t>አብ</a:t>
            </a:r>
            <a:r>
              <a:rPr lang="en-US" b="1" dirty="0" smtClean="0">
                <a:latin typeface="Power Geez Unicode1" panose="00000400000000000000" pitchFamily="2" charset="0"/>
              </a:rPr>
              <a:t> </a:t>
            </a:r>
            <a:r>
              <a:rPr lang="en-US" b="1" dirty="0" err="1" smtClean="0">
                <a:latin typeface="Power Geez Unicode1" panose="00000400000000000000" pitchFamily="2" charset="0"/>
              </a:rPr>
              <a:t>አስቀድሞ</a:t>
            </a:r>
            <a:r>
              <a:rPr lang="en-US" b="1" dirty="0" smtClean="0">
                <a:latin typeface="Power Geez Unicode1" panose="00000400000000000000" pitchFamily="2" charset="0"/>
              </a:rPr>
              <a:t> </a:t>
            </a:r>
            <a:r>
              <a:rPr lang="en-US" b="1" dirty="0" err="1" smtClean="0">
                <a:latin typeface="Power Geez Unicode1" panose="00000400000000000000" pitchFamily="2" charset="0"/>
              </a:rPr>
              <a:t>እንዳወቃቸው</a:t>
            </a:r>
            <a:r>
              <a:rPr lang="en-US" b="1" dirty="0" smtClean="0">
                <a:latin typeface="Power Geez Unicode1" panose="00000400000000000000" pitchFamily="2" charset="0"/>
              </a:rPr>
              <a:t>፤ </a:t>
            </a:r>
            <a:r>
              <a:rPr lang="en-US" b="1" dirty="0" err="1" smtClean="0">
                <a:latin typeface="Power Geez Unicode1" panose="00000400000000000000" pitchFamily="2" charset="0"/>
              </a:rPr>
              <a:t>በመንፈስም</a:t>
            </a:r>
            <a:r>
              <a:rPr lang="en-US" b="1" dirty="0" smtClean="0">
                <a:latin typeface="Power Geez Unicode1" panose="00000400000000000000" pitchFamily="2" charset="0"/>
              </a:rPr>
              <a:t> </a:t>
            </a:r>
            <a:r>
              <a:rPr lang="en-US" b="1" dirty="0" err="1" smtClean="0">
                <a:latin typeface="Power Geez Unicode1" panose="00000400000000000000" pitchFamily="2" charset="0"/>
              </a:rPr>
              <a:t>እንደሚቀደሱ</a:t>
            </a:r>
            <a:r>
              <a:rPr lang="en-US" b="1" dirty="0" smtClean="0">
                <a:latin typeface="Power Geez Unicode1" panose="00000400000000000000" pitchFamily="2" charset="0"/>
              </a:rPr>
              <a:t>፣ </a:t>
            </a:r>
            <a:r>
              <a:rPr lang="en-US" b="1" dirty="0" err="1" smtClean="0">
                <a:latin typeface="Power Geez Unicode1" panose="00000400000000000000" pitchFamily="2" charset="0"/>
              </a:rPr>
              <a:t>ይታዘዙና</a:t>
            </a:r>
            <a:r>
              <a:rPr lang="en-US" b="1" dirty="0" smtClean="0">
                <a:latin typeface="Power Geez Unicode1" panose="00000400000000000000" pitchFamily="2" charset="0"/>
              </a:rPr>
              <a:t> </a:t>
            </a:r>
            <a:r>
              <a:rPr lang="en-US" b="1" dirty="0" err="1" smtClean="0">
                <a:latin typeface="Power Geez Unicode1" panose="00000400000000000000" pitchFamily="2" charset="0"/>
              </a:rPr>
              <a:t>በኢየሱስ</a:t>
            </a:r>
            <a:r>
              <a:rPr lang="en-US" b="1" dirty="0" smtClean="0">
                <a:latin typeface="Power Geez Unicode1" panose="00000400000000000000" pitchFamily="2" charset="0"/>
              </a:rPr>
              <a:t> </a:t>
            </a:r>
            <a:r>
              <a:rPr lang="en-US" b="1" dirty="0" err="1" smtClean="0">
                <a:latin typeface="Power Geez Unicode1" panose="00000400000000000000" pitchFamily="2" charset="0"/>
              </a:rPr>
              <a:t>ክርስቶስ</a:t>
            </a:r>
            <a:r>
              <a:rPr lang="en-US" b="1" dirty="0" smtClean="0">
                <a:latin typeface="Power Geez Unicode1" panose="00000400000000000000" pitchFamily="2" charset="0"/>
              </a:rPr>
              <a:t> </a:t>
            </a:r>
            <a:r>
              <a:rPr lang="en-US" b="1" dirty="0" err="1" smtClean="0">
                <a:latin typeface="Power Geez Unicode1" panose="00000400000000000000" pitchFamily="2" charset="0"/>
              </a:rPr>
              <a:t>ደም</a:t>
            </a:r>
            <a:r>
              <a:rPr lang="en-US" b="1" dirty="0" smtClean="0">
                <a:latin typeface="Power Geez Unicode1" panose="00000400000000000000" pitchFamily="2" charset="0"/>
              </a:rPr>
              <a:t> </a:t>
            </a:r>
            <a:r>
              <a:rPr lang="en-US" b="1" dirty="0" err="1" smtClean="0">
                <a:latin typeface="Power Geez Unicode1" panose="00000400000000000000" pitchFamily="2" charset="0"/>
              </a:rPr>
              <a:t>ይረጩ</a:t>
            </a:r>
            <a:r>
              <a:rPr lang="en-US" b="1" dirty="0" smtClean="0">
                <a:latin typeface="Power Geez Unicode1" panose="00000400000000000000" pitchFamily="2" charset="0"/>
              </a:rPr>
              <a:t> </a:t>
            </a:r>
            <a:r>
              <a:rPr lang="en-US" b="1" dirty="0" err="1" smtClean="0">
                <a:latin typeface="Power Geez Unicode1" panose="00000400000000000000" pitchFamily="2" charset="0"/>
              </a:rPr>
              <a:t>ዘንድ</a:t>
            </a:r>
            <a:r>
              <a:rPr lang="en-US" b="1" dirty="0" smtClean="0">
                <a:latin typeface="Power Geez Unicode1" panose="00000400000000000000" pitchFamily="2" charset="0"/>
              </a:rPr>
              <a:t> </a:t>
            </a:r>
            <a:r>
              <a:rPr lang="en-US" b="1" dirty="0" err="1" smtClean="0">
                <a:latin typeface="Power Geez Unicode1" panose="00000400000000000000" pitchFamily="2" charset="0"/>
              </a:rPr>
              <a:t>ለተመረጡት</a:t>
            </a:r>
            <a:r>
              <a:rPr lang="en-US" b="1" dirty="0" smtClean="0">
                <a:latin typeface="Power Geez Unicode1" panose="00000400000000000000" pitchFamily="2" charset="0"/>
              </a:rPr>
              <a:t> . . .”</a:t>
            </a:r>
          </a:p>
          <a:p>
            <a:pPr algn="just">
              <a:lnSpc>
                <a:spcPct val="170000"/>
              </a:lnSpc>
              <a:buFont typeface="Wingdings" panose="05000000000000000000" pitchFamily="2" charset="2"/>
              <a:buChar char="§"/>
            </a:pPr>
            <a:r>
              <a:rPr lang="en-US" b="1" dirty="0">
                <a:latin typeface="Power Geez Unicode1" panose="00000400000000000000" pitchFamily="2" charset="0"/>
              </a:rPr>
              <a:t> </a:t>
            </a:r>
            <a:r>
              <a:rPr lang="en-US" b="1" dirty="0" err="1" smtClean="0">
                <a:latin typeface="Power Geez Unicode1" panose="00000400000000000000" pitchFamily="2" charset="0"/>
              </a:rPr>
              <a:t>የሶስቱ</a:t>
            </a:r>
            <a:r>
              <a:rPr lang="en-US" b="1" dirty="0" smtClean="0">
                <a:latin typeface="Power Geez Unicode1" panose="00000400000000000000" pitchFamily="2" charset="0"/>
              </a:rPr>
              <a:t> </a:t>
            </a:r>
            <a:r>
              <a:rPr lang="en-US" b="1" dirty="0" err="1" smtClean="0">
                <a:latin typeface="Power Geez Unicode1" panose="00000400000000000000" pitchFamily="2" charset="0"/>
              </a:rPr>
              <a:t>አካላት</a:t>
            </a:r>
            <a:r>
              <a:rPr lang="en-US" b="1" dirty="0" smtClean="0">
                <a:latin typeface="Power Geez Unicode1" panose="00000400000000000000" pitchFamily="2" charset="0"/>
              </a:rPr>
              <a:t> </a:t>
            </a:r>
            <a:r>
              <a:rPr lang="en-US" b="1" dirty="0" err="1" smtClean="0">
                <a:latin typeface="Power Geez Unicode1" panose="00000400000000000000" pitchFamily="2" charset="0"/>
              </a:rPr>
              <a:t>ስራ</a:t>
            </a:r>
            <a:r>
              <a:rPr lang="en-US" b="1" dirty="0" smtClean="0">
                <a:latin typeface="Power Geez Unicode1" panose="00000400000000000000" pitchFamily="2" charset="0"/>
              </a:rPr>
              <a:t> </a:t>
            </a:r>
            <a:r>
              <a:rPr lang="en-US" b="1" dirty="0" err="1" smtClean="0">
                <a:latin typeface="Power Geez Unicode1" panose="00000400000000000000" pitchFamily="2" charset="0"/>
              </a:rPr>
              <a:t>በመጥቀስ</a:t>
            </a:r>
            <a:r>
              <a:rPr lang="en-US" b="1" dirty="0" smtClean="0">
                <a:latin typeface="Power Geez Unicode1" panose="00000400000000000000" pitchFamily="2" charset="0"/>
              </a:rPr>
              <a:t> </a:t>
            </a:r>
            <a:r>
              <a:rPr lang="en-US" b="1" dirty="0" err="1" smtClean="0">
                <a:latin typeface="Power Geez Unicode1" panose="00000400000000000000" pitchFamily="2" charset="0"/>
              </a:rPr>
              <a:t>በአንድ</a:t>
            </a:r>
            <a:r>
              <a:rPr lang="en-US" b="1" dirty="0" smtClean="0">
                <a:latin typeface="Power Geez Unicode1" panose="00000400000000000000" pitchFamily="2" charset="0"/>
              </a:rPr>
              <a:t> </a:t>
            </a:r>
            <a:r>
              <a:rPr lang="en-US" b="1" dirty="0" err="1" smtClean="0">
                <a:latin typeface="Power Geez Unicode1" panose="00000400000000000000" pitchFamily="2" charset="0"/>
              </a:rPr>
              <a:t>መለኮት</a:t>
            </a:r>
            <a:r>
              <a:rPr lang="en-US" b="1" dirty="0" smtClean="0">
                <a:latin typeface="Power Geez Unicode1" panose="00000400000000000000" pitchFamily="2" charset="0"/>
              </a:rPr>
              <a:t> </a:t>
            </a:r>
            <a:r>
              <a:rPr lang="en-US" b="1" dirty="0" err="1" smtClean="0">
                <a:latin typeface="Power Geez Unicode1" panose="00000400000000000000" pitchFamily="2" charset="0"/>
              </a:rPr>
              <a:t>ውስጥ</a:t>
            </a:r>
            <a:r>
              <a:rPr lang="en-US" b="1" dirty="0" smtClean="0">
                <a:latin typeface="Power Geez Unicode1" panose="00000400000000000000" pitchFamily="2" charset="0"/>
              </a:rPr>
              <a:t> </a:t>
            </a:r>
            <a:r>
              <a:rPr lang="en-US" b="1" dirty="0" err="1" smtClean="0">
                <a:latin typeface="Power Geez Unicode1" panose="00000400000000000000" pitchFamily="2" charset="0"/>
              </a:rPr>
              <a:t>ሶስት</a:t>
            </a:r>
            <a:r>
              <a:rPr lang="en-US" b="1" dirty="0" smtClean="0">
                <a:latin typeface="Power Geez Unicode1" panose="00000400000000000000" pitchFamily="2" charset="0"/>
              </a:rPr>
              <a:t> </a:t>
            </a:r>
            <a:r>
              <a:rPr lang="en-US" b="1" dirty="0" err="1" smtClean="0">
                <a:latin typeface="Power Geez Unicode1" panose="00000400000000000000" pitchFamily="2" charset="0"/>
              </a:rPr>
              <a:t>አካላትን</a:t>
            </a:r>
            <a:r>
              <a:rPr lang="en-US" b="1" dirty="0" smtClean="0">
                <a:latin typeface="Power Geez Unicode1" panose="00000400000000000000" pitchFamily="2" charset="0"/>
              </a:rPr>
              <a:t> </a:t>
            </a:r>
            <a:r>
              <a:rPr lang="en-US" b="1" dirty="0" err="1" smtClean="0">
                <a:latin typeface="Power Geez Unicode1" panose="00000400000000000000" pitchFamily="2" charset="0"/>
              </a:rPr>
              <a:t>ያመላክታል</a:t>
            </a:r>
            <a:r>
              <a:rPr lang="en-US" b="1" dirty="0" smtClean="0">
                <a:latin typeface="Power Geez Unicode1" panose="00000400000000000000" pitchFamily="2" charset="0"/>
              </a:rPr>
              <a:t>፡፡</a:t>
            </a:r>
          </a:p>
          <a:p>
            <a:pPr marL="0" indent="0">
              <a:buNone/>
            </a:pPr>
            <a:r>
              <a:rPr lang="en-US" dirty="0" smtClean="0"/>
              <a:t> </a:t>
            </a:r>
          </a:p>
          <a:p>
            <a:pPr marL="0" indent="0">
              <a:buNone/>
            </a:pPr>
            <a:endParaRPr lang="en-US" dirty="0"/>
          </a:p>
        </p:txBody>
      </p:sp>
    </p:spTree>
    <p:extLst>
      <p:ext uri="{BB962C8B-B14F-4D97-AF65-F5344CB8AC3E}">
        <p14:creationId xmlns:p14="http://schemas.microsoft.com/office/powerpoint/2010/main" val="23254740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1000"/>
                                        <p:tgtEl>
                                          <p:spTgt spid="3">
                                            <p:txEl>
                                              <p:pRg st="2" end="2"/>
                                            </p:txEl>
                                          </p:spTgt>
                                        </p:tgtEl>
                                      </p:cBhvr>
                                    </p:animEffect>
                                    <p:anim calcmode="lin" valueType="num">
                                      <p:cBhvr>
                                        <p:cTn id="2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fade">
                                      <p:cBhvr>
                                        <p:cTn id="26" dur="1000"/>
                                        <p:tgtEl>
                                          <p:spTgt spid="3">
                                            <p:txEl>
                                              <p:pRg st="3" end="3"/>
                                            </p:txEl>
                                          </p:spTgt>
                                        </p:tgtEl>
                                      </p:cBhvr>
                                    </p:animEffect>
                                    <p:anim calcmode="lin" valueType="num">
                                      <p:cBhvr>
                                        <p:cTn id="27"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3">
                                            <p:txEl>
                                              <p:pRg st="4" end="4"/>
                                            </p:txEl>
                                          </p:spTgt>
                                        </p:tgtEl>
                                        <p:attrNameLst>
                                          <p:attrName>style.visibility</p:attrName>
                                        </p:attrNameLst>
                                      </p:cBhvr>
                                      <p:to>
                                        <p:strVal val="visible"/>
                                      </p:to>
                                    </p:set>
                                    <p:animEffect transition="in" filter="fade">
                                      <p:cBhvr>
                                        <p:cTn id="33" dur="1000"/>
                                        <p:tgtEl>
                                          <p:spTgt spid="3">
                                            <p:txEl>
                                              <p:pRg st="4" end="4"/>
                                            </p:txEl>
                                          </p:spTgt>
                                        </p:tgtEl>
                                      </p:cBhvr>
                                    </p:animEffect>
                                    <p:anim calcmode="lin" valueType="num">
                                      <p:cBhvr>
                                        <p:cTn id="34"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5"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nodeType="clickEffect">
                                  <p:stCondLst>
                                    <p:cond delay="0"/>
                                  </p:stCondLst>
                                  <p:childTnLst>
                                    <p:set>
                                      <p:cBhvr>
                                        <p:cTn id="39" dur="1" fill="hold">
                                          <p:stCondLst>
                                            <p:cond delay="0"/>
                                          </p:stCondLst>
                                        </p:cTn>
                                        <p:tgtEl>
                                          <p:spTgt spid="3">
                                            <p:txEl>
                                              <p:pRg st="5" end="5"/>
                                            </p:txEl>
                                          </p:spTgt>
                                        </p:tgtEl>
                                        <p:attrNameLst>
                                          <p:attrName>style.visibility</p:attrName>
                                        </p:attrNameLst>
                                      </p:cBhvr>
                                      <p:to>
                                        <p:strVal val="visible"/>
                                      </p:to>
                                    </p:set>
                                    <p:animEffect transition="in" filter="fade">
                                      <p:cBhvr>
                                        <p:cTn id="40" dur="1000"/>
                                        <p:tgtEl>
                                          <p:spTgt spid="3">
                                            <p:txEl>
                                              <p:pRg st="5" end="5"/>
                                            </p:txEl>
                                          </p:spTgt>
                                        </p:tgtEl>
                                      </p:cBhvr>
                                    </p:animEffect>
                                    <p:anim calcmode="lin" valueType="num">
                                      <p:cBhvr>
                                        <p:cTn id="41"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2"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flipV="1">
            <a:off x="457200" y="152400"/>
            <a:ext cx="8229600" cy="122238"/>
          </a:xfrm>
        </p:spPr>
        <p:txBody>
          <a:bodyPr>
            <a:normAutofit fontScale="90000"/>
          </a:bodyPr>
          <a:lstStyle/>
          <a:p>
            <a:endParaRPr lang="en-US" dirty="0"/>
          </a:p>
        </p:txBody>
      </p:sp>
      <p:sp>
        <p:nvSpPr>
          <p:cNvPr id="3" name="Content Placeholder 2"/>
          <p:cNvSpPr>
            <a:spLocks noGrp="1"/>
          </p:cNvSpPr>
          <p:nvPr>
            <p:ph idx="1"/>
          </p:nvPr>
        </p:nvSpPr>
        <p:spPr>
          <a:xfrm>
            <a:off x="152400" y="381000"/>
            <a:ext cx="8839200" cy="6400800"/>
          </a:xfrm>
        </p:spPr>
        <p:txBody>
          <a:bodyPr>
            <a:normAutofit fontScale="85000" lnSpcReduction="10000"/>
          </a:bodyPr>
          <a:lstStyle/>
          <a:p>
            <a:pPr>
              <a:lnSpc>
                <a:spcPct val="150000"/>
              </a:lnSpc>
              <a:buFont typeface="Wingdings" panose="05000000000000000000" pitchFamily="2" charset="2"/>
              <a:buChar char="§"/>
            </a:pPr>
            <a:r>
              <a:rPr lang="am-ET" b="1" dirty="0" smtClean="0">
                <a:solidFill>
                  <a:srgbClr val="7030A0"/>
                </a:solidFill>
              </a:rPr>
              <a:t>1ቆሮ. 12፡4-6</a:t>
            </a:r>
            <a:r>
              <a:rPr lang="en-US" b="1" dirty="0" smtClean="0">
                <a:solidFill>
                  <a:srgbClr val="7030A0"/>
                </a:solidFill>
                <a:latin typeface="Power Geez Unicode1" panose="00000400000000000000" pitchFamily="2" charset="0"/>
              </a:rPr>
              <a:t> </a:t>
            </a:r>
            <a:r>
              <a:rPr lang="en-US" b="1" dirty="0" err="1" smtClean="0">
                <a:solidFill>
                  <a:srgbClr val="7030A0"/>
                </a:solidFill>
                <a:latin typeface="Power Geez Unicode1" panose="00000400000000000000" pitchFamily="2" charset="0"/>
              </a:rPr>
              <a:t>እንዲህ</a:t>
            </a:r>
            <a:r>
              <a:rPr lang="en-US" b="1" dirty="0" smtClean="0">
                <a:solidFill>
                  <a:srgbClr val="7030A0"/>
                </a:solidFill>
                <a:latin typeface="Power Geez Unicode1" panose="00000400000000000000" pitchFamily="2" charset="0"/>
              </a:rPr>
              <a:t> </a:t>
            </a:r>
            <a:r>
              <a:rPr lang="en-US" b="1" dirty="0" err="1" smtClean="0">
                <a:solidFill>
                  <a:srgbClr val="7030A0"/>
                </a:solidFill>
                <a:latin typeface="Power Geez Unicode1" panose="00000400000000000000" pitchFamily="2" charset="0"/>
              </a:rPr>
              <a:t>ይላል</a:t>
            </a:r>
            <a:r>
              <a:rPr lang="en-US" b="1" dirty="0" smtClean="0">
                <a:solidFill>
                  <a:srgbClr val="7030A0"/>
                </a:solidFill>
                <a:latin typeface="Power Geez Unicode1" panose="00000400000000000000" pitchFamily="2" charset="0"/>
              </a:rPr>
              <a:t>፡- “</a:t>
            </a:r>
            <a:r>
              <a:rPr lang="en-US" b="1" dirty="0" err="1" smtClean="0">
                <a:latin typeface="Power Geez Unicode1" panose="00000400000000000000" pitchFamily="2" charset="0"/>
              </a:rPr>
              <a:t>ጸጋ</a:t>
            </a:r>
            <a:r>
              <a:rPr lang="en-US" b="1" dirty="0" smtClean="0">
                <a:latin typeface="Power Geez Unicode1" panose="00000400000000000000" pitchFamily="2" charset="0"/>
              </a:rPr>
              <a:t> </a:t>
            </a:r>
            <a:r>
              <a:rPr lang="en-US" b="1" dirty="0" err="1" smtClean="0">
                <a:latin typeface="Power Geez Unicode1" panose="00000400000000000000" pitchFamily="2" charset="0"/>
              </a:rPr>
              <a:t>ስጦታም</a:t>
            </a:r>
            <a:r>
              <a:rPr lang="en-US" b="1" dirty="0" smtClean="0">
                <a:latin typeface="Power Geez Unicode1" panose="00000400000000000000" pitchFamily="2" charset="0"/>
              </a:rPr>
              <a:t> </a:t>
            </a:r>
            <a:r>
              <a:rPr lang="en-US" b="1" dirty="0" err="1" smtClean="0">
                <a:latin typeface="Power Geez Unicode1" panose="00000400000000000000" pitchFamily="2" charset="0"/>
              </a:rPr>
              <a:t>ልዩ</a:t>
            </a:r>
            <a:r>
              <a:rPr lang="en-US" b="1" dirty="0" smtClean="0">
                <a:latin typeface="Power Geez Unicode1" panose="00000400000000000000" pitchFamily="2" charset="0"/>
              </a:rPr>
              <a:t> </a:t>
            </a:r>
            <a:r>
              <a:rPr lang="en-US" b="1" dirty="0" err="1" smtClean="0">
                <a:latin typeface="Power Geez Unicode1" panose="00000400000000000000" pitchFamily="2" charset="0"/>
              </a:rPr>
              <a:t>ልዩ</a:t>
            </a:r>
            <a:r>
              <a:rPr lang="en-US" b="1" dirty="0" smtClean="0">
                <a:latin typeface="Power Geez Unicode1" panose="00000400000000000000" pitchFamily="2" charset="0"/>
              </a:rPr>
              <a:t> </a:t>
            </a:r>
            <a:r>
              <a:rPr lang="en-US" b="1" dirty="0" err="1" smtClean="0">
                <a:latin typeface="Power Geez Unicode1" panose="00000400000000000000" pitchFamily="2" charset="0"/>
              </a:rPr>
              <a:t>ነው</a:t>
            </a:r>
            <a:r>
              <a:rPr lang="en-US" b="1" dirty="0" smtClean="0">
                <a:latin typeface="Power Geez Unicode1" panose="00000400000000000000" pitchFamily="2" charset="0"/>
              </a:rPr>
              <a:t> </a:t>
            </a:r>
            <a:r>
              <a:rPr lang="en-US" b="1" dirty="0" err="1">
                <a:latin typeface="Power Geez Unicode1" panose="00000400000000000000" pitchFamily="2" charset="0"/>
              </a:rPr>
              <a:t>መ</a:t>
            </a:r>
            <a:r>
              <a:rPr lang="en-US" b="1" dirty="0" err="1" smtClean="0">
                <a:latin typeface="Power Geez Unicode1" panose="00000400000000000000" pitchFamily="2" charset="0"/>
              </a:rPr>
              <a:t>ንፈስ</a:t>
            </a:r>
            <a:r>
              <a:rPr lang="en-US" b="1" dirty="0" smtClean="0">
                <a:latin typeface="Power Geez Unicode1" panose="00000400000000000000" pitchFamily="2" charset="0"/>
              </a:rPr>
              <a:t> </a:t>
            </a:r>
            <a:r>
              <a:rPr lang="en-US" b="1" dirty="0" err="1" smtClean="0">
                <a:latin typeface="Power Geez Unicode1" panose="00000400000000000000" pitchFamily="2" charset="0"/>
              </a:rPr>
              <a:t>ግን</a:t>
            </a:r>
            <a:r>
              <a:rPr lang="en-US" b="1" dirty="0" smtClean="0">
                <a:latin typeface="Power Geez Unicode1" panose="00000400000000000000" pitchFamily="2" charset="0"/>
              </a:rPr>
              <a:t> </a:t>
            </a:r>
            <a:r>
              <a:rPr lang="en-US" b="1" dirty="0" err="1" smtClean="0">
                <a:latin typeface="Power Geez Unicode1" panose="00000400000000000000" pitchFamily="2" charset="0"/>
              </a:rPr>
              <a:t>አንድ</a:t>
            </a:r>
            <a:r>
              <a:rPr lang="en-US" b="1" dirty="0" smtClean="0">
                <a:latin typeface="Power Geez Unicode1" panose="00000400000000000000" pitchFamily="2" charset="0"/>
              </a:rPr>
              <a:t> </a:t>
            </a:r>
            <a:r>
              <a:rPr lang="en-US" b="1" dirty="0" err="1" smtClean="0">
                <a:latin typeface="Power Geez Unicode1" panose="00000400000000000000" pitchFamily="2" charset="0"/>
              </a:rPr>
              <a:t>ነው</a:t>
            </a:r>
            <a:r>
              <a:rPr lang="en-US" b="1" dirty="0" smtClean="0">
                <a:latin typeface="Power Geez Unicode1" panose="00000400000000000000" pitchFamily="2" charset="0"/>
              </a:rPr>
              <a:t>፤ </a:t>
            </a:r>
            <a:r>
              <a:rPr lang="en-US" b="1" dirty="0" err="1" smtClean="0">
                <a:latin typeface="Power Geez Unicode1" panose="00000400000000000000" pitchFamily="2" charset="0"/>
              </a:rPr>
              <a:t>አገልግሎትም</a:t>
            </a:r>
            <a:r>
              <a:rPr lang="en-US" b="1" dirty="0" smtClean="0">
                <a:latin typeface="Power Geez Unicode1" panose="00000400000000000000" pitchFamily="2" charset="0"/>
              </a:rPr>
              <a:t> </a:t>
            </a:r>
            <a:r>
              <a:rPr lang="en-US" b="1" dirty="0" err="1" smtClean="0">
                <a:latin typeface="Power Geez Unicode1" panose="00000400000000000000" pitchFamily="2" charset="0"/>
              </a:rPr>
              <a:t>ልዩ</a:t>
            </a:r>
            <a:r>
              <a:rPr lang="en-US" b="1" dirty="0" smtClean="0">
                <a:latin typeface="Power Geez Unicode1" panose="00000400000000000000" pitchFamily="2" charset="0"/>
              </a:rPr>
              <a:t> </a:t>
            </a:r>
            <a:r>
              <a:rPr lang="en-US" b="1" dirty="0" err="1" smtClean="0">
                <a:latin typeface="Power Geez Unicode1" panose="00000400000000000000" pitchFamily="2" charset="0"/>
              </a:rPr>
              <a:t>ልዩ</a:t>
            </a:r>
            <a:r>
              <a:rPr lang="en-US" b="1" dirty="0" smtClean="0">
                <a:latin typeface="Power Geez Unicode1" panose="00000400000000000000" pitchFamily="2" charset="0"/>
              </a:rPr>
              <a:t> </a:t>
            </a:r>
            <a:r>
              <a:rPr lang="en-US" b="1" dirty="0" err="1" smtClean="0">
                <a:latin typeface="Power Geez Unicode1" panose="00000400000000000000" pitchFamily="2" charset="0"/>
              </a:rPr>
              <a:t>ነው</a:t>
            </a:r>
            <a:r>
              <a:rPr lang="en-US" b="1" dirty="0" smtClean="0">
                <a:latin typeface="Power Geez Unicode1" panose="00000400000000000000" pitchFamily="2" charset="0"/>
              </a:rPr>
              <a:t> </a:t>
            </a:r>
            <a:r>
              <a:rPr lang="en-US" b="1" dirty="0" err="1" smtClean="0">
                <a:latin typeface="Power Geez Unicode1" panose="00000400000000000000" pitchFamily="2" charset="0"/>
              </a:rPr>
              <a:t>ጌታም</a:t>
            </a:r>
            <a:r>
              <a:rPr lang="en-US" b="1" dirty="0" smtClean="0">
                <a:latin typeface="Power Geez Unicode1" panose="00000400000000000000" pitchFamily="2" charset="0"/>
              </a:rPr>
              <a:t> </a:t>
            </a:r>
            <a:r>
              <a:rPr lang="en-US" b="1" dirty="0" err="1" smtClean="0">
                <a:latin typeface="Power Geez Unicode1" panose="00000400000000000000" pitchFamily="2" charset="0"/>
              </a:rPr>
              <a:t>አንድ</a:t>
            </a:r>
            <a:r>
              <a:rPr lang="en-US" b="1" dirty="0" smtClean="0">
                <a:latin typeface="Power Geez Unicode1" panose="00000400000000000000" pitchFamily="2" charset="0"/>
              </a:rPr>
              <a:t> </a:t>
            </a:r>
            <a:r>
              <a:rPr lang="en-US" b="1" dirty="0" err="1" smtClean="0">
                <a:latin typeface="Power Geez Unicode1" panose="00000400000000000000" pitchFamily="2" charset="0"/>
              </a:rPr>
              <a:t>ነው</a:t>
            </a:r>
            <a:r>
              <a:rPr lang="en-US" b="1" dirty="0" smtClean="0">
                <a:latin typeface="Power Geez Unicode1" panose="00000400000000000000" pitchFamily="2" charset="0"/>
              </a:rPr>
              <a:t>፤ </a:t>
            </a:r>
            <a:r>
              <a:rPr lang="en-US" b="1" dirty="0" err="1" smtClean="0">
                <a:latin typeface="Power Geez Unicode1" panose="00000400000000000000" pitchFamily="2" charset="0"/>
              </a:rPr>
              <a:t>አሰራርም</a:t>
            </a:r>
            <a:r>
              <a:rPr lang="en-US" b="1" dirty="0" smtClean="0">
                <a:latin typeface="Power Geez Unicode1" panose="00000400000000000000" pitchFamily="2" charset="0"/>
              </a:rPr>
              <a:t> </a:t>
            </a:r>
            <a:r>
              <a:rPr lang="en-US" b="1" dirty="0" err="1" smtClean="0">
                <a:latin typeface="Power Geez Unicode1" panose="00000400000000000000" pitchFamily="2" charset="0"/>
              </a:rPr>
              <a:t>ልዩ</a:t>
            </a:r>
            <a:r>
              <a:rPr lang="en-US" b="1" dirty="0" smtClean="0">
                <a:latin typeface="Power Geez Unicode1" panose="00000400000000000000" pitchFamily="2" charset="0"/>
              </a:rPr>
              <a:t> </a:t>
            </a:r>
            <a:r>
              <a:rPr lang="en-US" b="1" dirty="0" err="1" smtClean="0">
                <a:latin typeface="Power Geez Unicode1" panose="00000400000000000000" pitchFamily="2" charset="0"/>
              </a:rPr>
              <a:t>ልዩ</a:t>
            </a:r>
            <a:r>
              <a:rPr lang="en-US" b="1" dirty="0" smtClean="0">
                <a:latin typeface="Power Geez Unicode1" panose="00000400000000000000" pitchFamily="2" charset="0"/>
              </a:rPr>
              <a:t> </a:t>
            </a:r>
            <a:r>
              <a:rPr lang="en-US" b="1" dirty="0" err="1" smtClean="0">
                <a:latin typeface="Power Geez Unicode1" panose="00000400000000000000" pitchFamily="2" charset="0"/>
              </a:rPr>
              <a:t>ነው</a:t>
            </a:r>
            <a:r>
              <a:rPr lang="en-US" b="1" dirty="0" smtClean="0">
                <a:latin typeface="Power Geez Unicode1" panose="00000400000000000000" pitchFamily="2" charset="0"/>
              </a:rPr>
              <a:t>፡ </a:t>
            </a:r>
            <a:r>
              <a:rPr lang="en-US" b="1" dirty="0" err="1" smtClean="0">
                <a:latin typeface="Power Geez Unicode1" panose="00000400000000000000" pitchFamily="2" charset="0"/>
              </a:rPr>
              <a:t>ሁሉን</a:t>
            </a:r>
            <a:r>
              <a:rPr lang="en-US" b="1" dirty="0" smtClean="0">
                <a:latin typeface="Power Geez Unicode1" panose="00000400000000000000" pitchFamily="2" charset="0"/>
              </a:rPr>
              <a:t> </a:t>
            </a:r>
            <a:r>
              <a:rPr lang="en-US" b="1" dirty="0" err="1" smtClean="0">
                <a:latin typeface="Power Geez Unicode1" panose="00000400000000000000" pitchFamily="2" charset="0"/>
              </a:rPr>
              <a:t>በሁሉ</a:t>
            </a:r>
            <a:r>
              <a:rPr lang="en-US" b="1" dirty="0" smtClean="0">
                <a:latin typeface="Power Geez Unicode1" panose="00000400000000000000" pitchFamily="2" charset="0"/>
              </a:rPr>
              <a:t> </a:t>
            </a:r>
            <a:r>
              <a:rPr lang="en-US" b="1" dirty="0" err="1" smtClean="0">
                <a:latin typeface="Power Geez Unicode1" panose="00000400000000000000" pitchFamily="2" charset="0"/>
              </a:rPr>
              <a:t>የሚያደርግ</a:t>
            </a:r>
            <a:r>
              <a:rPr lang="en-US" b="1" dirty="0" smtClean="0">
                <a:latin typeface="Power Geez Unicode1" panose="00000400000000000000" pitchFamily="2" charset="0"/>
              </a:rPr>
              <a:t> </a:t>
            </a:r>
            <a:r>
              <a:rPr lang="en-US" b="1" dirty="0" err="1" smtClean="0">
                <a:latin typeface="Power Geez Unicode1" panose="00000400000000000000" pitchFamily="2" charset="0"/>
              </a:rPr>
              <a:t>እግዚአብሄር</a:t>
            </a:r>
            <a:r>
              <a:rPr lang="en-US" b="1" dirty="0" smtClean="0">
                <a:latin typeface="Power Geez Unicode1" panose="00000400000000000000" pitchFamily="2" charset="0"/>
              </a:rPr>
              <a:t> </a:t>
            </a:r>
            <a:r>
              <a:rPr lang="en-US" b="1" dirty="0" err="1" smtClean="0">
                <a:latin typeface="Power Geez Unicode1" panose="00000400000000000000" pitchFamily="2" charset="0"/>
              </a:rPr>
              <a:t>ግን</a:t>
            </a:r>
            <a:r>
              <a:rPr lang="en-US" b="1" dirty="0" smtClean="0">
                <a:latin typeface="Power Geez Unicode1" panose="00000400000000000000" pitchFamily="2" charset="0"/>
              </a:rPr>
              <a:t> </a:t>
            </a:r>
            <a:r>
              <a:rPr lang="en-US" b="1" dirty="0" err="1" smtClean="0">
                <a:latin typeface="Power Geez Unicode1" panose="00000400000000000000" pitchFamily="2" charset="0"/>
              </a:rPr>
              <a:t>አንድ</a:t>
            </a:r>
            <a:r>
              <a:rPr lang="en-US" b="1" dirty="0" smtClean="0">
                <a:latin typeface="Power Geez Unicode1" panose="00000400000000000000" pitchFamily="2" charset="0"/>
              </a:rPr>
              <a:t> </a:t>
            </a:r>
            <a:r>
              <a:rPr lang="en-US" b="1" dirty="0" err="1" smtClean="0">
                <a:latin typeface="Power Geez Unicode1" panose="00000400000000000000" pitchFamily="2" charset="0"/>
              </a:rPr>
              <a:t>ነው</a:t>
            </a:r>
            <a:r>
              <a:rPr lang="en-US" b="1" dirty="0" smtClean="0">
                <a:latin typeface="Power Geez Unicode1" panose="00000400000000000000" pitchFamily="2" charset="0"/>
              </a:rPr>
              <a:t>፡፡”</a:t>
            </a:r>
          </a:p>
          <a:p>
            <a:pPr>
              <a:lnSpc>
                <a:spcPct val="150000"/>
              </a:lnSpc>
              <a:buFont typeface="Wingdings" panose="05000000000000000000" pitchFamily="2" charset="2"/>
              <a:buChar char="§"/>
            </a:pPr>
            <a:r>
              <a:rPr lang="en-US" b="1" dirty="0">
                <a:latin typeface="Power Geez Unicode1" panose="00000400000000000000" pitchFamily="2" charset="0"/>
              </a:rPr>
              <a:t> </a:t>
            </a:r>
            <a:r>
              <a:rPr lang="en-US" b="1" dirty="0" err="1" smtClean="0">
                <a:latin typeface="Power Geez Unicode1" panose="00000400000000000000" pitchFamily="2" charset="0"/>
              </a:rPr>
              <a:t>የስላሴ</a:t>
            </a:r>
            <a:r>
              <a:rPr lang="en-US" b="1" dirty="0" smtClean="0">
                <a:latin typeface="Power Geez Unicode1" panose="00000400000000000000" pitchFamily="2" charset="0"/>
              </a:rPr>
              <a:t> </a:t>
            </a:r>
            <a:r>
              <a:rPr lang="en-US" b="1" dirty="0" err="1" smtClean="0">
                <a:latin typeface="Power Geez Unicode1" panose="00000400000000000000" pitchFamily="2" charset="0"/>
              </a:rPr>
              <a:t>ሶስት</a:t>
            </a:r>
            <a:r>
              <a:rPr lang="en-US" b="1" dirty="0" smtClean="0">
                <a:latin typeface="Power Geez Unicode1" panose="00000400000000000000" pitchFamily="2" charset="0"/>
              </a:rPr>
              <a:t> </a:t>
            </a:r>
            <a:r>
              <a:rPr lang="en-US" b="1" dirty="0" err="1" smtClean="0">
                <a:latin typeface="Power Geez Unicode1" panose="00000400000000000000" pitchFamily="2" charset="0"/>
              </a:rPr>
              <a:t>አካላት</a:t>
            </a:r>
            <a:r>
              <a:rPr lang="en-US" b="1" dirty="0" smtClean="0">
                <a:latin typeface="Power Geez Unicode1" panose="00000400000000000000" pitchFamily="2" charset="0"/>
              </a:rPr>
              <a:t> </a:t>
            </a:r>
            <a:r>
              <a:rPr lang="en-US" b="1" dirty="0" err="1" smtClean="0">
                <a:latin typeface="Power Geez Unicode1" panose="00000400000000000000" pitchFamily="2" charset="0"/>
              </a:rPr>
              <a:t>በዚህ</a:t>
            </a:r>
            <a:r>
              <a:rPr lang="en-US" b="1" dirty="0" smtClean="0">
                <a:latin typeface="Power Geez Unicode1" panose="00000400000000000000" pitchFamily="2" charset="0"/>
              </a:rPr>
              <a:t> </a:t>
            </a:r>
            <a:r>
              <a:rPr lang="en-US" b="1" dirty="0" err="1" smtClean="0">
                <a:latin typeface="Power Geez Unicode1" panose="00000400000000000000" pitchFamily="2" charset="0"/>
              </a:rPr>
              <a:t>ክፍል</a:t>
            </a:r>
            <a:r>
              <a:rPr lang="en-US" b="1" dirty="0" smtClean="0">
                <a:latin typeface="Power Geez Unicode1" panose="00000400000000000000" pitchFamily="2" charset="0"/>
              </a:rPr>
              <a:t> </a:t>
            </a:r>
            <a:r>
              <a:rPr lang="en-US" b="1" dirty="0" err="1" smtClean="0">
                <a:latin typeface="Power Geez Unicode1" panose="00000400000000000000" pitchFamily="2" charset="0"/>
              </a:rPr>
              <a:t>ተገልጦአል</a:t>
            </a:r>
            <a:r>
              <a:rPr lang="en-US" b="1" dirty="0" smtClean="0">
                <a:latin typeface="Power Geez Unicode1" panose="00000400000000000000" pitchFamily="2" charset="0"/>
              </a:rPr>
              <a:t>፡፡ </a:t>
            </a:r>
            <a:r>
              <a:rPr lang="en-US" b="1" dirty="0" err="1" smtClean="0">
                <a:latin typeface="Power Geez Unicode1" panose="00000400000000000000" pitchFamily="2" charset="0"/>
              </a:rPr>
              <a:t>ጌታ</a:t>
            </a:r>
            <a:r>
              <a:rPr lang="en-US" b="1" dirty="0" smtClean="0">
                <a:latin typeface="Power Geez Unicode1" panose="00000400000000000000" pitchFamily="2" charset="0"/>
              </a:rPr>
              <a:t> </a:t>
            </a:r>
            <a:r>
              <a:rPr lang="en-US" b="1" dirty="0" err="1" smtClean="0">
                <a:latin typeface="Power Geez Unicode1" panose="00000400000000000000" pitchFamily="2" charset="0"/>
              </a:rPr>
              <a:t>የሚለው</a:t>
            </a:r>
            <a:r>
              <a:rPr lang="en-US" b="1" dirty="0" smtClean="0">
                <a:latin typeface="Power Geez Unicode1" panose="00000400000000000000" pitchFamily="2" charset="0"/>
              </a:rPr>
              <a:t> </a:t>
            </a:r>
            <a:r>
              <a:rPr lang="en-US" b="1" dirty="0" err="1" smtClean="0">
                <a:latin typeface="Power Geez Unicode1" panose="00000400000000000000" pitchFamily="2" charset="0"/>
              </a:rPr>
              <a:t>ኢየሱስ</a:t>
            </a:r>
            <a:r>
              <a:rPr lang="en-US" b="1" dirty="0" smtClean="0">
                <a:latin typeface="Power Geez Unicode1" panose="00000400000000000000" pitchFamily="2" charset="0"/>
              </a:rPr>
              <a:t> </a:t>
            </a:r>
            <a:r>
              <a:rPr lang="en-US" b="1" dirty="0" err="1" smtClean="0">
                <a:latin typeface="Power Geez Unicode1" panose="00000400000000000000" pitchFamily="2" charset="0"/>
              </a:rPr>
              <a:t>ክርስቶስን</a:t>
            </a:r>
            <a:r>
              <a:rPr lang="en-US" b="1" dirty="0" smtClean="0">
                <a:latin typeface="Power Geez Unicode1" panose="00000400000000000000" pitchFamily="2" charset="0"/>
              </a:rPr>
              <a:t> </a:t>
            </a:r>
            <a:r>
              <a:rPr lang="en-US" b="1" dirty="0" err="1" smtClean="0">
                <a:latin typeface="Power Geez Unicode1" panose="00000400000000000000" pitchFamily="2" charset="0"/>
              </a:rPr>
              <a:t>ያመለክታል</a:t>
            </a:r>
            <a:r>
              <a:rPr lang="en-US" b="1" dirty="0" smtClean="0">
                <a:latin typeface="Power Geez Unicode1" panose="00000400000000000000" pitchFamily="2" charset="0"/>
              </a:rPr>
              <a:t>፡፡</a:t>
            </a:r>
            <a:endParaRPr lang="en-US" b="1" dirty="0" smtClean="0">
              <a:latin typeface="Power Geez Unicode1" panose="00000400000000000000" pitchFamily="2" charset="0"/>
            </a:endParaRPr>
          </a:p>
          <a:p>
            <a:pPr>
              <a:lnSpc>
                <a:spcPct val="150000"/>
              </a:lnSpc>
              <a:buFont typeface="Wingdings" panose="05000000000000000000" pitchFamily="2" charset="2"/>
              <a:buChar char="§"/>
            </a:pPr>
            <a:r>
              <a:rPr lang="am-ET" b="1" dirty="0" smtClean="0">
                <a:solidFill>
                  <a:srgbClr val="7030A0"/>
                </a:solidFill>
              </a:rPr>
              <a:t>2ቆሮ. 13፡14</a:t>
            </a:r>
            <a:r>
              <a:rPr lang="en-US" b="1" dirty="0" smtClean="0">
                <a:solidFill>
                  <a:srgbClr val="7030A0"/>
                </a:solidFill>
                <a:latin typeface="Power Geez Unicode1" panose="00000400000000000000" pitchFamily="2" charset="0"/>
              </a:rPr>
              <a:t> </a:t>
            </a:r>
            <a:r>
              <a:rPr lang="en-US" b="1" dirty="0" err="1" smtClean="0">
                <a:solidFill>
                  <a:srgbClr val="7030A0"/>
                </a:solidFill>
                <a:latin typeface="Power Geez Unicode1" panose="00000400000000000000" pitchFamily="2" charset="0"/>
              </a:rPr>
              <a:t>እንዲህ</a:t>
            </a:r>
            <a:r>
              <a:rPr lang="en-US" b="1" dirty="0" smtClean="0">
                <a:solidFill>
                  <a:srgbClr val="7030A0"/>
                </a:solidFill>
                <a:latin typeface="Power Geez Unicode1" panose="00000400000000000000" pitchFamily="2" charset="0"/>
              </a:rPr>
              <a:t> </a:t>
            </a:r>
            <a:r>
              <a:rPr lang="en-US" b="1" dirty="0" err="1" smtClean="0">
                <a:solidFill>
                  <a:srgbClr val="7030A0"/>
                </a:solidFill>
                <a:latin typeface="Power Geez Unicode1" panose="00000400000000000000" pitchFamily="2" charset="0"/>
              </a:rPr>
              <a:t>ይላል</a:t>
            </a:r>
            <a:r>
              <a:rPr lang="en-US" b="1" dirty="0" smtClean="0">
                <a:solidFill>
                  <a:srgbClr val="7030A0"/>
                </a:solidFill>
                <a:latin typeface="Power Geez Unicode1" panose="00000400000000000000" pitchFamily="2" charset="0"/>
              </a:rPr>
              <a:t>፡- “</a:t>
            </a:r>
            <a:r>
              <a:rPr lang="en-US" b="1" dirty="0" err="1" smtClean="0">
                <a:latin typeface="Power Geez Unicode1" panose="00000400000000000000" pitchFamily="2" charset="0"/>
              </a:rPr>
              <a:t>የጌታ</a:t>
            </a:r>
            <a:r>
              <a:rPr lang="en-US" b="1" dirty="0" smtClean="0">
                <a:latin typeface="Power Geez Unicode1" panose="00000400000000000000" pitchFamily="2" charset="0"/>
              </a:rPr>
              <a:t> </a:t>
            </a:r>
            <a:r>
              <a:rPr lang="en-US" b="1" dirty="0" err="1" smtClean="0">
                <a:latin typeface="Power Geez Unicode1" panose="00000400000000000000" pitchFamily="2" charset="0"/>
              </a:rPr>
              <a:t>የኢየሱስ</a:t>
            </a:r>
            <a:r>
              <a:rPr lang="en-US" b="1" dirty="0" smtClean="0">
                <a:latin typeface="Power Geez Unicode1" panose="00000400000000000000" pitchFamily="2" charset="0"/>
              </a:rPr>
              <a:t> </a:t>
            </a:r>
            <a:r>
              <a:rPr lang="en-US" b="1" dirty="0" err="1" smtClean="0">
                <a:latin typeface="Power Geez Unicode1" panose="00000400000000000000" pitchFamily="2" charset="0"/>
              </a:rPr>
              <a:t>ክርስቶስ</a:t>
            </a:r>
            <a:r>
              <a:rPr lang="en-US" b="1" dirty="0" smtClean="0">
                <a:latin typeface="Power Geez Unicode1" panose="00000400000000000000" pitchFamily="2" charset="0"/>
              </a:rPr>
              <a:t> </a:t>
            </a:r>
            <a:r>
              <a:rPr lang="en-US" b="1" dirty="0" err="1" smtClean="0">
                <a:latin typeface="Power Geez Unicode1" panose="00000400000000000000" pitchFamily="2" charset="0"/>
              </a:rPr>
              <a:t>ጸጋ</a:t>
            </a:r>
            <a:r>
              <a:rPr lang="en-US" b="1" dirty="0" smtClean="0">
                <a:latin typeface="Power Geez Unicode1" panose="00000400000000000000" pitchFamily="2" charset="0"/>
              </a:rPr>
              <a:t> </a:t>
            </a:r>
            <a:r>
              <a:rPr lang="en-US" b="1" dirty="0" err="1" smtClean="0">
                <a:latin typeface="Power Geez Unicode1" panose="00000400000000000000" pitchFamily="2" charset="0"/>
              </a:rPr>
              <a:t>የእግዚአብሄርም</a:t>
            </a:r>
            <a:r>
              <a:rPr lang="en-US" b="1" dirty="0" smtClean="0">
                <a:latin typeface="Power Geez Unicode1" panose="00000400000000000000" pitchFamily="2" charset="0"/>
              </a:rPr>
              <a:t> </a:t>
            </a:r>
            <a:r>
              <a:rPr lang="en-US" b="1" dirty="0" err="1" smtClean="0">
                <a:latin typeface="Power Geez Unicode1" panose="00000400000000000000" pitchFamily="2" charset="0"/>
              </a:rPr>
              <a:t>ፍቅር</a:t>
            </a:r>
            <a:r>
              <a:rPr lang="en-US" b="1" dirty="0" smtClean="0">
                <a:latin typeface="Power Geez Unicode1" panose="00000400000000000000" pitchFamily="2" charset="0"/>
              </a:rPr>
              <a:t> </a:t>
            </a:r>
            <a:r>
              <a:rPr lang="en-US" b="1" dirty="0" err="1" smtClean="0">
                <a:latin typeface="Power Geez Unicode1" panose="00000400000000000000" pitchFamily="2" charset="0"/>
              </a:rPr>
              <a:t>የመንፈስ</a:t>
            </a:r>
            <a:r>
              <a:rPr lang="en-US" b="1" dirty="0" smtClean="0">
                <a:latin typeface="Power Geez Unicode1" panose="00000400000000000000" pitchFamily="2" charset="0"/>
              </a:rPr>
              <a:t> </a:t>
            </a:r>
            <a:r>
              <a:rPr lang="en-US" b="1" dirty="0" err="1" smtClean="0">
                <a:latin typeface="Power Geez Unicode1" panose="00000400000000000000" pitchFamily="2" charset="0"/>
              </a:rPr>
              <a:t>ቅዱስም</a:t>
            </a:r>
            <a:r>
              <a:rPr lang="en-US" b="1" dirty="0" smtClean="0">
                <a:latin typeface="Power Geez Unicode1" panose="00000400000000000000" pitchFamily="2" charset="0"/>
              </a:rPr>
              <a:t> </a:t>
            </a:r>
            <a:r>
              <a:rPr lang="en-US" b="1" dirty="0" err="1" smtClean="0">
                <a:latin typeface="Power Geez Unicode1" panose="00000400000000000000" pitchFamily="2" charset="0"/>
              </a:rPr>
              <a:t>ህብረት</a:t>
            </a:r>
            <a:r>
              <a:rPr lang="en-US" b="1" dirty="0" smtClean="0">
                <a:latin typeface="Power Geez Unicode1" panose="00000400000000000000" pitchFamily="2" charset="0"/>
              </a:rPr>
              <a:t> </a:t>
            </a:r>
            <a:r>
              <a:rPr lang="en-US" b="1" dirty="0" err="1" smtClean="0">
                <a:latin typeface="Power Geez Unicode1" panose="00000400000000000000" pitchFamily="2" charset="0"/>
              </a:rPr>
              <a:t>ከሁላችን</a:t>
            </a:r>
            <a:r>
              <a:rPr lang="en-US" b="1" dirty="0" smtClean="0">
                <a:latin typeface="Power Geez Unicode1" panose="00000400000000000000" pitchFamily="2" charset="0"/>
              </a:rPr>
              <a:t> </a:t>
            </a:r>
            <a:r>
              <a:rPr lang="en-US" b="1" dirty="0" err="1" smtClean="0">
                <a:latin typeface="Power Geez Unicode1" panose="00000400000000000000" pitchFamily="2" charset="0"/>
              </a:rPr>
              <a:t>ጋር</a:t>
            </a:r>
            <a:r>
              <a:rPr lang="en-US" b="1" dirty="0" smtClean="0">
                <a:latin typeface="Power Geez Unicode1" panose="00000400000000000000" pitchFamily="2" charset="0"/>
              </a:rPr>
              <a:t> </a:t>
            </a:r>
            <a:r>
              <a:rPr lang="en-US" b="1" dirty="0" err="1" smtClean="0">
                <a:latin typeface="Power Geez Unicode1" panose="00000400000000000000" pitchFamily="2" charset="0"/>
              </a:rPr>
              <a:t>ይሁን</a:t>
            </a:r>
            <a:r>
              <a:rPr lang="en-US" b="1" dirty="0" smtClean="0">
                <a:latin typeface="Power Geez Unicode1" panose="00000400000000000000" pitchFamily="2" charset="0"/>
              </a:rPr>
              <a:t>፡፡ </a:t>
            </a:r>
            <a:r>
              <a:rPr lang="en-US" b="1" dirty="0" err="1" smtClean="0">
                <a:latin typeface="Power Geez Unicode1" panose="00000400000000000000" pitchFamily="2" charset="0"/>
              </a:rPr>
              <a:t>አሜን</a:t>
            </a:r>
            <a:r>
              <a:rPr lang="en-US" b="1" dirty="0" smtClean="0">
                <a:latin typeface="Power Geez Unicode1" panose="00000400000000000000" pitchFamily="2" charset="0"/>
              </a:rPr>
              <a:t>፡፡”</a:t>
            </a:r>
            <a:endParaRPr lang="en-US" b="1" dirty="0" smtClean="0">
              <a:latin typeface="Power Geez Unicode1" panose="00000400000000000000" pitchFamily="2" charset="0"/>
            </a:endParaRPr>
          </a:p>
          <a:p>
            <a:pPr marL="0" indent="0">
              <a:buNone/>
            </a:pPr>
            <a:r>
              <a:rPr lang="en-US" dirty="0" smtClean="0"/>
              <a:t> </a:t>
            </a:r>
            <a:endParaRPr lang="en-US" dirty="0"/>
          </a:p>
        </p:txBody>
      </p:sp>
    </p:spTree>
    <p:extLst>
      <p:ext uri="{BB962C8B-B14F-4D97-AF65-F5344CB8AC3E}">
        <p14:creationId xmlns:p14="http://schemas.microsoft.com/office/powerpoint/2010/main" val="3488008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flipV="1">
            <a:off x="457200" y="152400"/>
            <a:ext cx="8229600" cy="122238"/>
          </a:xfrm>
        </p:spPr>
        <p:txBody>
          <a:bodyPr>
            <a:normAutofit fontScale="90000"/>
          </a:bodyPr>
          <a:lstStyle/>
          <a:p>
            <a:endParaRPr lang="en-US" dirty="0"/>
          </a:p>
        </p:txBody>
      </p:sp>
      <p:sp>
        <p:nvSpPr>
          <p:cNvPr id="3" name="Content Placeholder 2"/>
          <p:cNvSpPr>
            <a:spLocks noGrp="1"/>
          </p:cNvSpPr>
          <p:nvPr>
            <p:ph idx="1"/>
          </p:nvPr>
        </p:nvSpPr>
        <p:spPr>
          <a:xfrm>
            <a:off x="152400" y="381000"/>
            <a:ext cx="8839200" cy="6400800"/>
          </a:xfrm>
        </p:spPr>
        <p:txBody>
          <a:bodyPr>
            <a:normAutofit fontScale="62500" lnSpcReduction="20000"/>
          </a:bodyPr>
          <a:lstStyle/>
          <a:p>
            <a:pPr marL="0" indent="0" algn="just">
              <a:lnSpc>
                <a:spcPct val="160000"/>
              </a:lnSpc>
              <a:buNone/>
            </a:pPr>
            <a:r>
              <a:rPr lang="en-US" sz="4000" b="1" dirty="0" err="1" smtClean="0">
                <a:solidFill>
                  <a:srgbClr val="7030A0"/>
                </a:solidFill>
                <a:latin typeface="Power Geez Unicode1" panose="00000400000000000000" pitchFamily="2" charset="0"/>
              </a:rPr>
              <a:t>በአጠቃላይ</a:t>
            </a:r>
            <a:r>
              <a:rPr lang="en-US" sz="4000" b="1" dirty="0" smtClean="0">
                <a:solidFill>
                  <a:srgbClr val="7030A0"/>
                </a:solidFill>
                <a:latin typeface="Power Geez Unicode1" panose="00000400000000000000" pitchFamily="2" charset="0"/>
              </a:rPr>
              <a:t>፡- </a:t>
            </a:r>
          </a:p>
          <a:p>
            <a:pPr algn="just">
              <a:lnSpc>
                <a:spcPct val="160000"/>
              </a:lnSpc>
              <a:buFont typeface="Wingdings" panose="05000000000000000000" pitchFamily="2" charset="2"/>
              <a:buChar char="§"/>
            </a:pPr>
            <a:r>
              <a:rPr lang="en-US" b="1" dirty="0" err="1" smtClean="0">
                <a:latin typeface="Power Geez Unicode1" panose="00000400000000000000" pitchFamily="2" charset="0"/>
              </a:rPr>
              <a:t>የስላሴ</a:t>
            </a:r>
            <a:r>
              <a:rPr lang="en-US" b="1" dirty="0" smtClean="0">
                <a:latin typeface="Power Geez Unicode1" panose="00000400000000000000" pitchFamily="2" charset="0"/>
              </a:rPr>
              <a:t> </a:t>
            </a:r>
            <a:r>
              <a:rPr lang="en-US" b="1" dirty="0" err="1" smtClean="0">
                <a:latin typeface="Power Geez Unicode1" panose="00000400000000000000" pitchFamily="2" charset="0"/>
              </a:rPr>
              <a:t>አስተምህሮ</a:t>
            </a:r>
            <a:r>
              <a:rPr lang="en-US" b="1" dirty="0" smtClean="0">
                <a:latin typeface="Power Geez Unicode1" panose="00000400000000000000" pitchFamily="2" charset="0"/>
              </a:rPr>
              <a:t> </a:t>
            </a:r>
            <a:r>
              <a:rPr lang="en-US" b="1" dirty="0" err="1" smtClean="0">
                <a:latin typeface="Power Geez Unicode1" panose="00000400000000000000" pitchFamily="2" charset="0"/>
              </a:rPr>
              <a:t>በሰዎች</a:t>
            </a:r>
            <a:r>
              <a:rPr lang="en-US" b="1" dirty="0" smtClean="0">
                <a:latin typeface="Power Geez Unicode1" panose="00000400000000000000" pitchFamily="2" charset="0"/>
              </a:rPr>
              <a:t> </a:t>
            </a:r>
            <a:r>
              <a:rPr lang="en-US" b="1" dirty="0" err="1" smtClean="0">
                <a:latin typeface="Power Geez Unicode1" panose="00000400000000000000" pitchFamily="2" charset="0"/>
              </a:rPr>
              <a:t>ፍልስፍና</a:t>
            </a:r>
            <a:r>
              <a:rPr lang="en-US" b="1" dirty="0" smtClean="0">
                <a:latin typeface="Power Geez Unicode1" panose="00000400000000000000" pitchFamily="2" charset="0"/>
              </a:rPr>
              <a:t> </a:t>
            </a:r>
            <a:r>
              <a:rPr lang="en-US" b="1" dirty="0" err="1" smtClean="0">
                <a:latin typeface="Power Geez Unicode1" panose="00000400000000000000" pitchFamily="2" charset="0"/>
              </a:rPr>
              <a:t>ወይም</a:t>
            </a:r>
            <a:r>
              <a:rPr lang="en-US" b="1" dirty="0" smtClean="0">
                <a:latin typeface="Power Geez Unicode1" panose="00000400000000000000" pitchFamily="2" charset="0"/>
              </a:rPr>
              <a:t> </a:t>
            </a:r>
            <a:r>
              <a:rPr lang="en-US" b="1" dirty="0" err="1" smtClean="0">
                <a:latin typeface="Power Geez Unicode1" panose="00000400000000000000" pitchFamily="2" charset="0"/>
              </a:rPr>
              <a:t>ግምት</a:t>
            </a:r>
            <a:r>
              <a:rPr lang="en-US" b="1" dirty="0" smtClean="0">
                <a:latin typeface="Power Geez Unicode1" panose="00000400000000000000" pitchFamily="2" charset="0"/>
              </a:rPr>
              <a:t> </a:t>
            </a:r>
            <a:r>
              <a:rPr lang="en-US" b="1" dirty="0" err="1" smtClean="0">
                <a:latin typeface="Power Geez Unicode1" panose="00000400000000000000" pitchFamily="2" charset="0"/>
              </a:rPr>
              <a:t>የተፈጠረ</a:t>
            </a:r>
            <a:r>
              <a:rPr lang="en-US" b="1" dirty="0" smtClean="0">
                <a:latin typeface="Power Geez Unicode1" panose="00000400000000000000" pitchFamily="2" charset="0"/>
              </a:rPr>
              <a:t> </a:t>
            </a:r>
            <a:r>
              <a:rPr lang="en-US" b="1" dirty="0" err="1" smtClean="0">
                <a:latin typeface="Power Geez Unicode1" panose="00000400000000000000" pitchFamily="2" charset="0"/>
              </a:rPr>
              <a:t>የሰዎች</a:t>
            </a:r>
            <a:r>
              <a:rPr lang="en-US" b="1" dirty="0" smtClean="0">
                <a:latin typeface="Power Geez Unicode1" panose="00000400000000000000" pitchFamily="2" charset="0"/>
              </a:rPr>
              <a:t> </a:t>
            </a:r>
            <a:r>
              <a:rPr lang="en-US" b="1" dirty="0" err="1" smtClean="0">
                <a:latin typeface="Power Geez Unicode1" panose="00000400000000000000" pitchFamily="2" charset="0"/>
              </a:rPr>
              <a:t>ኃሳብ</a:t>
            </a:r>
            <a:r>
              <a:rPr lang="en-US" b="1" dirty="0" smtClean="0">
                <a:latin typeface="Power Geez Unicode1" panose="00000400000000000000" pitchFamily="2" charset="0"/>
              </a:rPr>
              <a:t> </a:t>
            </a:r>
            <a:r>
              <a:rPr lang="en-US" b="1" dirty="0" err="1" smtClean="0">
                <a:latin typeface="Power Geez Unicode1" panose="00000400000000000000" pitchFamily="2" charset="0"/>
              </a:rPr>
              <a:t>ሳይሆን</a:t>
            </a:r>
            <a:r>
              <a:rPr lang="en-US" b="1" dirty="0" smtClean="0">
                <a:latin typeface="Power Geez Unicode1" panose="00000400000000000000" pitchFamily="2" charset="0"/>
              </a:rPr>
              <a:t> </a:t>
            </a:r>
            <a:r>
              <a:rPr lang="en-US" b="1" dirty="0" err="1" smtClean="0">
                <a:latin typeface="Power Geez Unicode1" panose="00000400000000000000" pitchFamily="2" charset="0"/>
              </a:rPr>
              <a:t>በብሉይና</a:t>
            </a:r>
            <a:r>
              <a:rPr lang="en-US" b="1" dirty="0" smtClean="0">
                <a:latin typeface="Power Geez Unicode1" panose="00000400000000000000" pitchFamily="2" charset="0"/>
              </a:rPr>
              <a:t> </a:t>
            </a:r>
            <a:r>
              <a:rPr lang="en-US" b="1" dirty="0" err="1" smtClean="0">
                <a:latin typeface="Power Geez Unicode1" panose="00000400000000000000" pitchFamily="2" charset="0"/>
              </a:rPr>
              <a:t>በአዲስ</a:t>
            </a:r>
            <a:r>
              <a:rPr lang="en-US" b="1" dirty="0" smtClean="0">
                <a:latin typeface="Power Geez Unicode1" panose="00000400000000000000" pitchFamily="2" charset="0"/>
              </a:rPr>
              <a:t> </a:t>
            </a:r>
            <a:r>
              <a:rPr lang="en-US" b="1" dirty="0" err="1" smtClean="0">
                <a:latin typeface="Power Geez Unicode1" panose="00000400000000000000" pitchFamily="2" charset="0"/>
              </a:rPr>
              <a:t>ኪዳናት</a:t>
            </a:r>
            <a:r>
              <a:rPr lang="en-US" b="1" dirty="0" smtClean="0">
                <a:latin typeface="Power Geez Unicode1" panose="00000400000000000000" pitchFamily="2" charset="0"/>
              </a:rPr>
              <a:t> </a:t>
            </a:r>
            <a:r>
              <a:rPr lang="en-US" b="1" dirty="0" err="1" smtClean="0">
                <a:latin typeface="Power Geez Unicode1" panose="00000400000000000000" pitchFamily="2" charset="0"/>
              </a:rPr>
              <a:t>ውስጥ</a:t>
            </a:r>
            <a:r>
              <a:rPr lang="en-US" b="1" dirty="0" smtClean="0">
                <a:latin typeface="Power Geez Unicode1" panose="00000400000000000000" pitchFamily="2" charset="0"/>
              </a:rPr>
              <a:t> </a:t>
            </a:r>
            <a:r>
              <a:rPr lang="en-US" b="1" dirty="0" err="1" smtClean="0">
                <a:latin typeface="Power Geez Unicode1" panose="00000400000000000000" pitchFamily="2" charset="0"/>
              </a:rPr>
              <a:t>በተለያየ</a:t>
            </a:r>
            <a:r>
              <a:rPr lang="en-US" b="1" dirty="0" smtClean="0">
                <a:latin typeface="Power Geez Unicode1" panose="00000400000000000000" pitchFamily="2" charset="0"/>
              </a:rPr>
              <a:t> </a:t>
            </a:r>
            <a:r>
              <a:rPr lang="en-US" b="1" dirty="0" err="1" smtClean="0">
                <a:latin typeface="Power Geez Unicode1" panose="00000400000000000000" pitchFamily="2" charset="0"/>
              </a:rPr>
              <a:t>መንገድ</a:t>
            </a:r>
            <a:r>
              <a:rPr lang="en-US" b="1" dirty="0" smtClean="0">
                <a:latin typeface="Power Geez Unicode1" panose="00000400000000000000" pitchFamily="2" charset="0"/>
              </a:rPr>
              <a:t> </a:t>
            </a:r>
            <a:r>
              <a:rPr lang="en-US" b="1" dirty="0" err="1" smtClean="0">
                <a:latin typeface="Power Geez Unicode1" panose="00000400000000000000" pitchFamily="2" charset="0"/>
              </a:rPr>
              <a:t>የተገለጠ</a:t>
            </a:r>
            <a:r>
              <a:rPr lang="en-US" b="1" dirty="0" smtClean="0">
                <a:latin typeface="Power Geez Unicode1" panose="00000400000000000000" pitchFamily="2" charset="0"/>
              </a:rPr>
              <a:t> </a:t>
            </a:r>
            <a:r>
              <a:rPr lang="en-US" b="1" dirty="0" err="1" smtClean="0">
                <a:latin typeface="Power Geez Unicode1" panose="00000400000000000000" pitchFamily="2" charset="0"/>
              </a:rPr>
              <a:t>እውነት</a:t>
            </a:r>
            <a:r>
              <a:rPr lang="en-US" b="1" dirty="0" smtClean="0">
                <a:latin typeface="Power Geez Unicode1" panose="00000400000000000000" pitchFamily="2" charset="0"/>
              </a:rPr>
              <a:t> </a:t>
            </a:r>
            <a:r>
              <a:rPr lang="en-US" b="1" dirty="0" err="1" smtClean="0">
                <a:latin typeface="Power Geez Unicode1" panose="00000400000000000000" pitchFamily="2" charset="0"/>
              </a:rPr>
              <a:t>ነው</a:t>
            </a:r>
            <a:r>
              <a:rPr lang="en-US" b="1" dirty="0" smtClean="0">
                <a:latin typeface="Power Geez Unicode1" panose="00000400000000000000" pitchFamily="2" charset="0"/>
              </a:rPr>
              <a:t>፡፡ </a:t>
            </a:r>
            <a:r>
              <a:rPr lang="en-US" b="1" dirty="0" err="1" smtClean="0">
                <a:latin typeface="Power Geez Unicode1" panose="00000400000000000000" pitchFamily="2" charset="0"/>
              </a:rPr>
              <a:t>በብሉይ</a:t>
            </a:r>
            <a:r>
              <a:rPr lang="en-US" b="1" dirty="0" smtClean="0">
                <a:latin typeface="Power Geez Unicode1" panose="00000400000000000000" pitchFamily="2" charset="0"/>
              </a:rPr>
              <a:t> </a:t>
            </a:r>
            <a:r>
              <a:rPr lang="en-US" b="1" dirty="0" err="1" smtClean="0">
                <a:latin typeface="Power Geez Unicode1" panose="00000400000000000000" pitchFamily="2" charset="0"/>
              </a:rPr>
              <a:t>ኪዳን</a:t>
            </a:r>
            <a:r>
              <a:rPr lang="en-US" b="1" dirty="0" smtClean="0">
                <a:latin typeface="Power Geez Unicode1" panose="00000400000000000000" pitchFamily="2" charset="0"/>
              </a:rPr>
              <a:t> </a:t>
            </a:r>
            <a:r>
              <a:rPr lang="en-US" b="1" dirty="0" err="1" smtClean="0">
                <a:latin typeface="Power Geez Unicode1" panose="00000400000000000000" pitchFamily="2" charset="0"/>
              </a:rPr>
              <a:t>የእግዚአብሄርን</a:t>
            </a:r>
            <a:r>
              <a:rPr lang="en-US" b="1" dirty="0" smtClean="0">
                <a:latin typeface="Power Geez Unicode1" panose="00000400000000000000" pitchFamily="2" charset="0"/>
              </a:rPr>
              <a:t> </a:t>
            </a:r>
            <a:r>
              <a:rPr lang="en-US" b="1" dirty="0" err="1" smtClean="0">
                <a:latin typeface="Power Geez Unicode1" panose="00000400000000000000" pitchFamily="2" charset="0"/>
              </a:rPr>
              <a:t>ብዝሃነትና</a:t>
            </a:r>
            <a:r>
              <a:rPr lang="en-US" b="1" dirty="0" smtClean="0">
                <a:latin typeface="Power Geez Unicode1" panose="00000400000000000000" pitchFamily="2" charset="0"/>
              </a:rPr>
              <a:t> </a:t>
            </a:r>
            <a:r>
              <a:rPr lang="en-US" b="1" dirty="0" err="1" smtClean="0">
                <a:latin typeface="Power Geez Unicode1" panose="00000400000000000000" pitchFamily="2" charset="0"/>
              </a:rPr>
              <a:t>ነጠላነት</a:t>
            </a:r>
            <a:r>
              <a:rPr lang="en-US" b="1" dirty="0" smtClean="0">
                <a:latin typeface="Power Geez Unicode1" panose="00000400000000000000" pitchFamily="2" charset="0"/>
              </a:rPr>
              <a:t> </a:t>
            </a:r>
            <a:r>
              <a:rPr lang="en-US" b="1" dirty="0" err="1" smtClean="0">
                <a:latin typeface="Power Geez Unicode1" panose="00000400000000000000" pitchFamily="2" charset="0"/>
              </a:rPr>
              <a:t>የሚገልጽ</a:t>
            </a:r>
            <a:r>
              <a:rPr lang="en-US" b="1" dirty="0" smtClean="0">
                <a:latin typeface="Power Geez Unicode1" panose="00000400000000000000" pitchFamily="2" charset="0"/>
              </a:rPr>
              <a:t> </a:t>
            </a:r>
            <a:r>
              <a:rPr lang="en-US" b="1" dirty="0" err="1" smtClean="0">
                <a:latin typeface="Power Geez Unicode1" panose="00000400000000000000" pitchFamily="2" charset="0"/>
              </a:rPr>
              <a:t>ሲሆን</a:t>
            </a:r>
            <a:r>
              <a:rPr lang="en-US" b="1" dirty="0" smtClean="0">
                <a:latin typeface="Power Geez Unicode1" panose="00000400000000000000" pitchFamily="2" charset="0"/>
              </a:rPr>
              <a:t> </a:t>
            </a:r>
            <a:r>
              <a:rPr lang="en-US" b="1" dirty="0" err="1" smtClean="0">
                <a:latin typeface="Power Geez Unicode1" panose="00000400000000000000" pitchFamily="2" charset="0"/>
              </a:rPr>
              <a:t>ብዙ</a:t>
            </a:r>
            <a:r>
              <a:rPr lang="en-US" b="1" dirty="0" smtClean="0">
                <a:latin typeface="Power Geez Unicode1" panose="00000400000000000000" pitchFamily="2" charset="0"/>
              </a:rPr>
              <a:t> </a:t>
            </a:r>
            <a:r>
              <a:rPr lang="en-US" b="1" dirty="0" err="1" smtClean="0">
                <a:latin typeface="Power Geez Unicode1" panose="00000400000000000000" pitchFamily="2" charset="0"/>
              </a:rPr>
              <a:t>ጊዜ</a:t>
            </a:r>
            <a:r>
              <a:rPr lang="en-US" b="1" dirty="0" smtClean="0">
                <a:latin typeface="Power Geez Unicode1" panose="00000400000000000000" pitchFamily="2" charset="0"/>
              </a:rPr>
              <a:t> </a:t>
            </a:r>
            <a:r>
              <a:rPr lang="en-US" b="1" dirty="0" err="1" smtClean="0">
                <a:latin typeface="Power Geez Unicode1" panose="00000400000000000000" pitchFamily="2" charset="0"/>
              </a:rPr>
              <a:t>በነጠላ</a:t>
            </a:r>
            <a:r>
              <a:rPr lang="en-US" b="1" dirty="0" smtClean="0">
                <a:latin typeface="Power Geez Unicode1" panose="00000400000000000000" pitchFamily="2" charset="0"/>
              </a:rPr>
              <a:t> </a:t>
            </a:r>
            <a:r>
              <a:rPr lang="en-US" b="1" dirty="0" err="1" smtClean="0">
                <a:latin typeface="Power Geez Unicode1" panose="00000400000000000000" pitchFamily="2" charset="0"/>
              </a:rPr>
              <a:t>ቁጥር</a:t>
            </a:r>
            <a:r>
              <a:rPr lang="en-US" b="1" dirty="0" smtClean="0">
                <a:latin typeface="Power Geez Unicode1" panose="00000400000000000000" pitchFamily="2" charset="0"/>
              </a:rPr>
              <a:t> </a:t>
            </a:r>
            <a:r>
              <a:rPr lang="en-US" b="1" dirty="0" err="1" smtClean="0">
                <a:latin typeface="Power Geez Unicode1" panose="00000400000000000000" pitchFamily="2" charset="0"/>
              </a:rPr>
              <a:t>ጀምሮ</a:t>
            </a:r>
            <a:r>
              <a:rPr lang="en-US" b="1" dirty="0" smtClean="0">
                <a:latin typeface="Power Geez Unicode1" panose="00000400000000000000" pitchFamily="2" charset="0"/>
              </a:rPr>
              <a:t> </a:t>
            </a:r>
            <a:r>
              <a:rPr lang="en-US" b="1" dirty="0" err="1" smtClean="0">
                <a:latin typeface="Power Geez Unicode1" panose="00000400000000000000" pitchFamily="2" charset="0"/>
              </a:rPr>
              <a:t>በብዙ</a:t>
            </a:r>
            <a:r>
              <a:rPr lang="en-US" b="1" dirty="0" smtClean="0">
                <a:latin typeface="Power Geez Unicode1" panose="00000400000000000000" pitchFamily="2" charset="0"/>
              </a:rPr>
              <a:t> </a:t>
            </a:r>
            <a:r>
              <a:rPr lang="en-US" b="1" dirty="0" err="1" smtClean="0">
                <a:latin typeface="Power Geez Unicode1" panose="00000400000000000000" pitchFamily="2" charset="0"/>
              </a:rPr>
              <a:t>ቁጥር</a:t>
            </a:r>
            <a:r>
              <a:rPr lang="en-US" b="1" dirty="0" smtClean="0">
                <a:latin typeface="Power Geez Unicode1" panose="00000400000000000000" pitchFamily="2" charset="0"/>
              </a:rPr>
              <a:t> </a:t>
            </a:r>
            <a:r>
              <a:rPr lang="en-US" b="1" dirty="0" err="1" smtClean="0">
                <a:latin typeface="Power Geez Unicode1" panose="00000400000000000000" pitchFamily="2" charset="0"/>
              </a:rPr>
              <a:t>ይጨርሳል</a:t>
            </a:r>
            <a:r>
              <a:rPr lang="en-US" b="1" dirty="0" smtClean="0">
                <a:latin typeface="Power Geez Unicode1" panose="00000400000000000000" pitchFamily="2" charset="0"/>
              </a:rPr>
              <a:t>፡፡ </a:t>
            </a:r>
          </a:p>
          <a:p>
            <a:pPr algn="just">
              <a:lnSpc>
                <a:spcPct val="160000"/>
              </a:lnSpc>
              <a:buFont typeface="Wingdings" panose="05000000000000000000" pitchFamily="2" charset="2"/>
              <a:buChar char="§"/>
            </a:pPr>
            <a:r>
              <a:rPr lang="en-US" b="1" dirty="0">
                <a:latin typeface="Power Geez Unicode1" panose="00000400000000000000" pitchFamily="2" charset="0"/>
              </a:rPr>
              <a:t> </a:t>
            </a:r>
            <a:r>
              <a:rPr lang="en-US" b="1" dirty="0" err="1" smtClean="0">
                <a:latin typeface="Power Geez Unicode1" panose="00000400000000000000" pitchFamily="2" charset="0"/>
              </a:rPr>
              <a:t>በአዲስ</a:t>
            </a:r>
            <a:r>
              <a:rPr lang="en-US" b="1" dirty="0" smtClean="0">
                <a:latin typeface="Power Geez Unicode1" panose="00000400000000000000" pitchFamily="2" charset="0"/>
              </a:rPr>
              <a:t> </a:t>
            </a:r>
            <a:r>
              <a:rPr lang="en-US" b="1" dirty="0" err="1" smtClean="0">
                <a:latin typeface="Power Geez Unicode1" panose="00000400000000000000" pitchFamily="2" charset="0"/>
              </a:rPr>
              <a:t>ኪዳን</a:t>
            </a:r>
            <a:r>
              <a:rPr lang="en-US" b="1" dirty="0" smtClean="0">
                <a:latin typeface="Power Geez Unicode1" panose="00000400000000000000" pitchFamily="2" charset="0"/>
              </a:rPr>
              <a:t> </a:t>
            </a:r>
            <a:r>
              <a:rPr lang="en-US" b="1" dirty="0" err="1" smtClean="0">
                <a:latin typeface="Power Geez Unicode1" panose="00000400000000000000" pitchFamily="2" charset="0"/>
              </a:rPr>
              <a:t>ደግሞ</a:t>
            </a:r>
            <a:r>
              <a:rPr lang="en-US" b="1" dirty="0" smtClean="0">
                <a:latin typeface="Power Geez Unicode1" panose="00000400000000000000" pitchFamily="2" charset="0"/>
              </a:rPr>
              <a:t> </a:t>
            </a:r>
            <a:r>
              <a:rPr lang="en-US" b="1" dirty="0" err="1" smtClean="0">
                <a:latin typeface="Power Geez Unicode1" panose="00000400000000000000" pitchFamily="2" charset="0"/>
              </a:rPr>
              <a:t>ይህ</a:t>
            </a:r>
            <a:r>
              <a:rPr lang="en-US" b="1" dirty="0" smtClean="0">
                <a:latin typeface="Power Geez Unicode1" panose="00000400000000000000" pitchFamily="2" charset="0"/>
              </a:rPr>
              <a:t> </a:t>
            </a:r>
            <a:r>
              <a:rPr lang="en-US" b="1" dirty="0" err="1" smtClean="0">
                <a:latin typeface="Power Geez Unicode1" panose="00000400000000000000" pitchFamily="2" charset="0"/>
              </a:rPr>
              <a:t>ብዝሃነት</a:t>
            </a:r>
            <a:r>
              <a:rPr lang="en-US" b="1" dirty="0" smtClean="0">
                <a:latin typeface="Power Geez Unicode1" panose="00000400000000000000" pitchFamily="2" charset="0"/>
              </a:rPr>
              <a:t> </a:t>
            </a:r>
            <a:r>
              <a:rPr lang="en-US" b="1" dirty="0" err="1" smtClean="0">
                <a:latin typeface="Power Geez Unicode1" panose="00000400000000000000" pitchFamily="2" charset="0"/>
              </a:rPr>
              <a:t>ሶስት</a:t>
            </a:r>
            <a:r>
              <a:rPr lang="en-US" b="1" dirty="0" smtClean="0">
                <a:latin typeface="Power Geez Unicode1" panose="00000400000000000000" pitchFamily="2" charset="0"/>
              </a:rPr>
              <a:t> </a:t>
            </a:r>
            <a:r>
              <a:rPr lang="en-US" b="1" dirty="0" err="1" smtClean="0">
                <a:latin typeface="Power Geez Unicode1" panose="00000400000000000000" pitchFamily="2" charset="0"/>
              </a:rPr>
              <a:t>አካላት</a:t>
            </a:r>
            <a:r>
              <a:rPr lang="en-US" b="1" dirty="0" smtClean="0">
                <a:latin typeface="Power Geez Unicode1" panose="00000400000000000000" pitchFamily="2" charset="0"/>
              </a:rPr>
              <a:t> </a:t>
            </a:r>
            <a:r>
              <a:rPr lang="en-US" b="1" dirty="0" err="1" smtClean="0">
                <a:latin typeface="Power Geez Unicode1" panose="00000400000000000000" pitchFamily="2" charset="0"/>
              </a:rPr>
              <a:t>እንደሆኑ</a:t>
            </a:r>
            <a:r>
              <a:rPr lang="en-US" b="1" dirty="0" smtClean="0">
                <a:latin typeface="Power Geez Unicode1" panose="00000400000000000000" pitchFamily="2" charset="0"/>
              </a:rPr>
              <a:t> </a:t>
            </a:r>
            <a:r>
              <a:rPr lang="en-US" b="1" dirty="0" err="1" smtClean="0">
                <a:latin typeface="Power Geez Unicode1" panose="00000400000000000000" pitchFamily="2" charset="0"/>
              </a:rPr>
              <a:t>በግልጽ</a:t>
            </a:r>
            <a:r>
              <a:rPr lang="en-US" b="1" dirty="0" smtClean="0">
                <a:latin typeface="Power Geez Unicode1" panose="00000400000000000000" pitchFamily="2" charset="0"/>
              </a:rPr>
              <a:t> </a:t>
            </a:r>
            <a:r>
              <a:rPr lang="en-US" b="1" dirty="0" err="1" smtClean="0">
                <a:latin typeface="Power Geez Unicode1" panose="00000400000000000000" pitchFamily="2" charset="0"/>
              </a:rPr>
              <a:t>የሚያስቀምጥ</a:t>
            </a:r>
            <a:r>
              <a:rPr lang="en-US" b="1" dirty="0" smtClean="0">
                <a:latin typeface="Power Geez Unicode1" panose="00000400000000000000" pitchFamily="2" charset="0"/>
              </a:rPr>
              <a:t> </a:t>
            </a:r>
            <a:r>
              <a:rPr lang="en-US" b="1" dirty="0" err="1" smtClean="0">
                <a:latin typeface="Power Geez Unicode1" panose="00000400000000000000" pitchFamily="2" charset="0"/>
              </a:rPr>
              <a:t>ሲሆን</a:t>
            </a:r>
            <a:r>
              <a:rPr lang="en-US" b="1" dirty="0" smtClean="0">
                <a:latin typeface="Power Geez Unicode1" panose="00000400000000000000" pitchFamily="2" charset="0"/>
              </a:rPr>
              <a:t> </a:t>
            </a:r>
            <a:r>
              <a:rPr lang="en-US" b="1" dirty="0" err="1" smtClean="0">
                <a:latin typeface="Power Geez Unicode1" panose="00000400000000000000" pitchFamily="2" charset="0"/>
              </a:rPr>
              <a:t>በሶስትነት</a:t>
            </a:r>
            <a:r>
              <a:rPr lang="en-US" b="1" dirty="0" smtClean="0">
                <a:latin typeface="Power Geez Unicode1" panose="00000400000000000000" pitchFamily="2" charset="0"/>
              </a:rPr>
              <a:t> </a:t>
            </a:r>
            <a:r>
              <a:rPr lang="en-US" b="1" dirty="0" err="1" smtClean="0">
                <a:latin typeface="Power Geez Unicode1" panose="00000400000000000000" pitchFamily="2" charset="0"/>
              </a:rPr>
              <a:t>በመጀመር</a:t>
            </a:r>
            <a:r>
              <a:rPr lang="en-US" b="1" dirty="0" smtClean="0">
                <a:latin typeface="Power Geez Unicode1" panose="00000400000000000000" pitchFamily="2" charset="0"/>
              </a:rPr>
              <a:t> </a:t>
            </a:r>
            <a:r>
              <a:rPr lang="en-US" b="1" dirty="0" err="1" smtClean="0">
                <a:latin typeface="Power Geez Unicode1" panose="00000400000000000000" pitchFamily="2" charset="0"/>
              </a:rPr>
              <a:t>በነጠላ</a:t>
            </a:r>
            <a:r>
              <a:rPr lang="en-US" b="1" dirty="0" smtClean="0">
                <a:latin typeface="Power Geez Unicode1" panose="00000400000000000000" pitchFamily="2" charset="0"/>
              </a:rPr>
              <a:t> </a:t>
            </a:r>
            <a:r>
              <a:rPr lang="en-US" b="1" dirty="0" err="1" smtClean="0">
                <a:latin typeface="Power Geez Unicode1" panose="00000400000000000000" pitchFamily="2" charset="0"/>
              </a:rPr>
              <a:t>ቁጥር</a:t>
            </a:r>
            <a:r>
              <a:rPr lang="en-US" b="1" dirty="0" smtClean="0">
                <a:latin typeface="Power Geez Unicode1" panose="00000400000000000000" pitchFamily="2" charset="0"/>
              </a:rPr>
              <a:t> </a:t>
            </a:r>
            <a:r>
              <a:rPr lang="en-US" b="1" dirty="0" err="1" smtClean="0">
                <a:latin typeface="Power Geez Unicode1" panose="00000400000000000000" pitchFamily="2" charset="0"/>
              </a:rPr>
              <a:t>ይጨርሳል</a:t>
            </a:r>
            <a:r>
              <a:rPr lang="en-US" b="1" dirty="0" smtClean="0">
                <a:latin typeface="Power Geez Unicode1" panose="00000400000000000000" pitchFamily="2" charset="0"/>
              </a:rPr>
              <a:t>፡፡ </a:t>
            </a:r>
          </a:p>
          <a:p>
            <a:pPr algn="just">
              <a:lnSpc>
                <a:spcPct val="160000"/>
              </a:lnSpc>
              <a:buFont typeface="Wingdings" panose="05000000000000000000" pitchFamily="2" charset="2"/>
              <a:buChar char="§"/>
            </a:pPr>
            <a:r>
              <a:rPr lang="en-US" b="1" dirty="0" err="1" smtClean="0">
                <a:latin typeface="Power Geez Unicode1" panose="00000400000000000000" pitchFamily="2" charset="0"/>
              </a:rPr>
              <a:t>ከዚህ</a:t>
            </a:r>
            <a:r>
              <a:rPr lang="en-US" b="1" dirty="0" smtClean="0">
                <a:latin typeface="Power Geez Unicode1" panose="00000400000000000000" pitchFamily="2" charset="0"/>
              </a:rPr>
              <a:t> </a:t>
            </a:r>
            <a:r>
              <a:rPr lang="en-US" b="1" dirty="0" err="1" smtClean="0">
                <a:latin typeface="Power Geez Unicode1" panose="00000400000000000000" pitchFamily="2" charset="0"/>
              </a:rPr>
              <a:t>በተጨማሪም</a:t>
            </a:r>
            <a:r>
              <a:rPr lang="en-US" b="1" dirty="0" smtClean="0">
                <a:latin typeface="Power Geez Unicode1" panose="00000400000000000000" pitchFamily="2" charset="0"/>
              </a:rPr>
              <a:t> </a:t>
            </a:r>
            <a:r>
              <a:rPr lang="en-US" b="1" dirty="0" err="1" smtClean="0">
                <a:latin typeface="Power Geez Unicode1" panose="00000400000000000000" pitchFamily="2" charset="0"/>
              </a:rPr>
              <a:t>መጽሐፍ</a:t>
            </a:r>
            <a:r>
              <a:rPr lang="en-US" b="1" dirty="0" smtClean="0">
                <a:latin typeface="Power Geez Unicode1" panose="00000400000000000000" pitchFamily="2" charset="0"/>
              </a:rPr>
              <a:t> </a:t>
            </a:r>
            <a:r>
              <a:rPr lang="en-US" b="1" dirty="0" err="1" smtClean="0">
                <a:latin typeface="Power Geez Unicode1" panose="00000400000000000000" pitchFamily="2" charset="0"/>
              </a:rPr>
              <a:t>ቅዱስ</a:t>
            </a:r>
            <a:r>
              <a:rPr lang="en-US" b="1" dirty="0" smtClean="0">
                <a:latin typeface="Power Geez Unicode1" panose="00000400000000000000" pitchFamily="2" charset="0"/>
              </a:rPr>
              <a:t> </a:t>
            </a:r>
            <a:r>
              <a:rPr lang="en-US" b="1" dirty="0" err="1" smtClean="0">
                <a:latin typeface="Power Geez Unicode1" panose="00000400000000000000" pitchFamily="2" charset="0"/>
              </a:rPr>
              <a:t>ሶስቱ</a:t>
            </a:r>
            <a:r>
              <a:rPr lang="en-US" b="1" dirty="0" smtClean="0">
                <a:latin typeface="Power Geez Unicode1" panose="00000400000000000000" pitchFamily="2" charset="0"/>
              </a:rPr>
              <a:t> </a:t>
            </a:r>
            <a:r>
              <a:rPr lang="en-US" b="1" dirty="0" err="1" smtClean="0">
                <a:latin typeface="Power Geez Unicode1" panose="00000400000000000000" pitchFamily="2" charset="0"/>
              </a:rPr>
              <a:t>የስላሴ</a:t>
            </a:r>
            <a:r>
              <a:rPr lang="en-US" b="1" dirty="0" smtClean="0">
                <a:latin typeface="Power Geez Unicode1" panose="00000400000000000000" pitchFamily="2" charset="0"/>
              </a:rPr>
              <a:t> </a:t>
            </a:r>
            <a:r>
              <a:rPr lang="en-US" b="1" dirty="0" err="1" smtClean="0">
                <a:latin typeface="Power Geez Unicode1" panose="00000400000000000000" pitchFamily="2" charset="0"/>
              </a:rPr>
              <a:t>አካላት</a:t>
            </a:r>
            <a:r>
              <a:rPr lang="en-US" b="1" dirty="0" smtClean="0">
                <a:latin typeface="Power Geez Unicode1" panose="00000400000000000000" pitchFamily="2" charset="0"/>
              </a:rPr>
              <a:t> (</a:t>
            </a:r>
            <a:r>
              <a:rPr lang="en-US" b="1" dirty="0" err="1" smtClean="0">
                <a:latin typeface="Power Geez Unicode1" panose="00000400000000000000" pitchFamily="2" charset="0"/>
              </a:rPr>
              <a:t>አብ</a:t>
            </a:r>
            <a:r>
              <a:rPr lang="en-US" b="1" dirty="0" smtClean="0">
                <a:latin typeface="Power Geez Unicode1" panose="00000400000000000000" pitchFamily="2" charset="0"/>
              </a:rPr>
              <a:t>፣ </a:t>
            </a:r>
            <a:r>
              <a:rPr lang="en-US" b="1" dirty="0" err="1" smtClean="0">
                <a:latin typeface="Power Geez Unicode1" panose="00000400000000000000" pitchFamily="2" charset="0"/>
              </a:rPr>
              <a:t>ወልድና</a:t>
            </a:r>
            <a:r>
              <a:rPr lang="en-US" b="1" dirty="0" smtClean="0">
                <a:latin typeface="Power Geez Unicode1" panose="00000400000000000000" pitchFamily="2" charset="0"/>
              </a:rPr>
              <a:t> </a:t>
            </a:r>
            <a:r>
              <a:rPr lang="en-US" b="1" dirty="0" err="1" smtClean="0">
                <a:latin typeface="Power Geez Unicode1" panose="00000400000000000000" pitchFamily="2" charset="0"/>
              </a:rPr>
              <a:t>መንፈስ</a:t>
            </a:r>
            <a:r>
              <a:rPr lang="en-US" b="1" dirty="0" smtClean="0">
                <a:latin typeface="Power Geez Unicode1" panose="00000400000000000000" pitchFamily="2" charset="0"/>
              </a:rPr>
              <a:t> </a:t>
            </a:r>
            <a:r>
              <a:rPr lang="en-US" b="1" dirty="0" err="1" smtClean="0">
                <a:latin typeface="Power Geez Unicode1" panose="00000400000000000000" pitchFamily="2" charset="0"/>
              </a:rPr>
              <a:t>ቅዱስ</a:t>
            </a:r>
            <a:r>
              <a:rPr lang="en-US" b="1" dirty="0" smtClean="0">
                <a:latin typeface="Power Geez Unicode1" panose="00000400000000000000" pitchFamily="2" charset="0"/>
              </a:rPr>
              <a:t>) </a:t>
            </a:r>
            <a:r>
              <a:rPr lang="en-US" b="1" dirty="0" err="1" smtClean="0">
                <a:latin typeface="Power Geez Unicode1" panose="00000400000000000000" pitchFamily="2" charset="0"/>
              </a:rPr>
              <a:t>መለኮት</a:t>
            </a:r>
            <a:r>
              <a:rPr lang="en-US" b="1" dirty="0" smtClean="0">
                <a:latin typeface="Power Geez Unicode1" panose="00000400000000000000" pitchFamily="2" charset="0"/>
              </a:rPr>
              <a:t> </a:t>
            </a:r>
            <a:r>
              <a:rPr lang="en-US" b="1" dirty="0" err="1" smtClean="0">
                <a:latin typeface="Power Geez Unicode1" panose="00000400000000000000" pitchFamily="2" charset="0"/>
              </a:rPr>
              <a:t>መሆናቸውን</a:t>
            </a:r>
            <a:r>
              <a:rPr lang="en-US" b="1" dirty="0" smtClean="0">
                <a:latin typeface="Power Geez Unicode1" panose="00000400000000000000" pitchFamily="2" charset="0"/>
              </a:rPr>
              <a:t> </a:t>
            </a:r>
            <a:r>
              <a:rPr lang="en-US" b="1" dirty="0" err="1" smtClean="0">
                <a:latin typeface="Power Geez Unicode1" panose="00000400000000000000" pitchFamily="2" charset="0"/>
              </a:rPr>
              <a:t>ነገር</a:t>
            </a:r>
            <a:r>
              <a:rPr lang="en-US" b="1" dirty="0" smtClean="0">
                <a:latin typeface="Power Geez Unicode1" panose="00000400000000000000" pitchFamily="2" charset="0"/>
              </a:rPr>
              <a:t> </a:t>
            </a:r>
            <a:r>
              <a:rPr lang="en-US" b="1" dirty="0" err="1" smtClean="0">
                <a:latin typeface="Power Geez Unicode1" panose="00000400000000000000" pitchFamily="2" charset="0"/>
              </a:rPr>
              <a:t>ግን</a:t>
            </a:r>
            <a:r>
              <a:rPr lang="en-US" b="1" dirty="0" smtClean="0">
                <a:latin typeface="Power Geez Unicode1" panose="00000400000000000000" pitchFamily="2" charset="0"/>
              </a:rPr>
              <a:t> </a:t>
            </a:r>
            <a:r>
              <a:rPr lang="en-US" b="1" dirty="0" err="1" smtClean="0">
                <a:latin typeface="Power Geez Unicode1" panose="00000400000000000000" pitchFamily="2" charset="0"/>
              </a:rPr>
              <a:t>ሶስት</a:t>
            </a:r>
            <a:r>
              <a:rPr lang="en-US" b="1" dirty="0" smtClean="0">
                <a:latin typeface="Power Geez Unicode1" panose="00000400000000000000" pitchFamily="2" charset="0"/>
              </a:rPr>
              <a:t> </a:t>
            </a:r>
            <a:r>
              <a:rPr lang="en-US" b="1" dirty="0" err="1" smtClean="0">
                <a:latin typeface="Power Geez Unicode1" panose="00000400000000000000" pitchFamily="2" charset="0"/>
              </a:rPr>
              <a:t>አምላኮች</a:t>
            </a:r>
            <a:r>
              <a:rPr lang="en-US" b="1" dirty="0" smtClean="0">
                <a:latin typeface="Power Geez Unicode1" panose="00000400000000000000" pitchFamily="2" charset="0"/>
              </a:rPr>
              <a:t> </a:t>
            </a:r>
            <a:r>
              <a:rPr lang="en-US" b="1" dirty="0" err="1" smtClean="0">
                <a:latin typeface="Power Geez Unicode1" panose="00000400000000000000" pitchFamily="2" charset="0"/>
              </a:rPr>
              <a:t>ሳይሆኑ</a:t>
            </a:r>
            <a:r>
              <a:rPr lang="en-US" b="1" dirty="0" smtClean="0">
                <a:latin typeface="Power Geez Unicode1" panose="00000400000000000000" pitchFamily="2" charset="0"/>
              </a:rPr>
              <a:t> </a:t>
            </a:r>
            <a:r>
              <a:rPr lang="en-US" b="1" dirty="0" err="1" smtClean="0">
                <a:latin typeface="Power Geez Unicode1" panose="00000400000000000000" pitchFamily="2" charset="0"/>
              </a:rPr>
              <a:t>በአንድ</a:t>
            </a:r>
            <a:r>
              <a:rPr lang="en-US" b="1" dirty="0" smtClean="0">
                <a:latin typeface="Power Geez Unicode1" panose="00000400000000000000" pitchFamily="2" charset="0"/>
              </a:rPr>
              <a:t> </a:t>
            </a:r>
            <a:r>
              <a:rPr lang="en-US" b="1" dirty="0" err="1" smtClean="0">
                <a:latin typeface="Power Geez Unicode1" panose="00000400000000000000" pitchFamily="2" charset="0"/>
              </a:rPr>
              <a:t>እግዚአብሄር</a:t>
            </a:r>
            <a:r>
              <a:rPr lang="en-US" b="1" dirty="0" smtClean="0">
                <a:latin typeface="Power Geez Unicode1" panose="00000400000000000000" pitchFamily="2" charset="0"/>
              </a:rPr>
              <a:t> </a:t>
            </a:r>
            <a:r>
              <a:rPr lang="en-US" b="1" dirty="0" err="1" smtClean="0">
                <a:latin typeface="Power Geez Unicode1" panose="00000400000000000000" pitchFamily="2" charset="0"/>
              </a:rPr>
              <a:t>ማንነት</a:t>
            </a:r>
            <a:r>
              <a:rPr lang="en-US" b="1" dirty="0" smtClean="0">
                <a:latin typeface="Power Geez Unicode1" panose="00000400000000000000" pitchFamily="2" charset="0"/>
              </a:rPr>
              <a:t> </a:t>
            </a:r>
            <a:r>
              <a:rPr lang="en-US" b="1" dirty="0" err="1" smtClean="0">
                <a:latin typeface="Power Geez Unicode1" panose="00000400000000000000" pitchFamily="2" charset="0"/>
              </a:rPr>
              <a:t>ውስጥ</a:t>
            </a:r>
            <a:r>
              <a:rPr lang="en-US" b="1" dirty="0" smtClean="0">
                <a:latin typeface="Power Geez Unicode1" panose="00000400000000000000" pitchFamily="2" charset="0"/>
              </a:rPr>
              <a:t> </a:t>
            </a:r>
            <a:r>
              <a:rPr lang="en-US" b="1" dirty="0" err="1" smtClean="0">
                <a:latin typeface="Power Geez Unicode1" panose="00000400000000000000" pitchFamily="2" charset="0"/>
              </a:rPr>
              <a:t>ያሉ</a:t>
            </a:r>
            <a:r>
              <a:rPr lang="en-US" b="1" dirty="0" smtClean="0">
                <a:latin typeface="Power Geez Unicode1" panose="00000400000000000000" pitchFamily="2" charset="0"/>
              </a:rPr>
              <a:t> </a:t>
            </a:r>
            <a:r>
              <a:rPr lang="en-US" b="1" dirty="0" err="1" smtClean="0">
                <a:latin typeface="Power Geez Unicode1" panose="00000400000000000000" pitchFamily="2" charset="0"/>
              </a:rPr>
              <a:t>አካላት</a:t>
            </a:r>
            <a:r>
              <a:rPr lang="en-US" b="1" dirty="0" smtClean="0">
                <a:latin typeface="Power Geez Unicode1" panose="00000400000000000000" pitchFamily="2" charset="0"/>
              </a:rPr>
              <a:t> </a:t>
            </a:r>
            <a:r>
              <a:rPr lang="en-US" b="1" dirty="0" err="1" smtClean="0">
                <a:latin typeface="Power Geez Unicode1" panose="00000400000000000000" pitchFamily="2" charset="0"/>
              </a:rPr>
              <a:t>እንደሆኑ</a:t>
            </a:r>
            <a:r>
              <a:rPr lang="en-US" b="1" dirty="0" smtClean="0">
                <a:latin typeface="Power Geez Unicode1" panose="00000400000000000000" pitchFamily="2" charset="0"/>
              </a:rPr>
              <a:t> </a:t>
            </a:r>
            <a:r>
              <a:rPr lang="en-US" b="1" dirty="0" err="1" smtClean="0">
                <a:latin typeface="Power Geez Unicode1" panose="00000400000000000000" pitchFamily="2" charset="0"/>
              </a:rPr>
              <a:t>ያሳያል</a:t>
            </a:r>
            <a:r>
              <a:rPr lang="en-US" b="1" dirty="0" smtClean="0">
                <a:latin typeface="Power Geez Unicode1" panose="00000400000000000000" pitchFamily="2" charset="0"/>
              </a:rPr>
              <a:t>፡፡ </a:t>
            </a:r>
            <a:r>
              <a:rPr lang="en-US" b="1" dirty="0" err="1" smtClean="0">
                <a:latin typeface="Power Geez Unicode1" panose="00000400000000000000" pitchFamily="2" charset="0"/>
              </a:rPr>
              <a:t>ሶስቱም</a:t>
            </a:r>
            <a:r>
              <a:rPr lang="en-US" b="1" dirty="0" smtClean="0">
                <a:latin typeface="Power Geez Unicode1" panose="00000400000000000000" pitchFamily="2" charset="0"/>
              </a:rPr>
              <a:t> </a:t>
            </a:r>
            <a:r>
              <a:rPr lang="en-US" b="1" dirty="0" err="1" smtClean="0">
                <a:latin typeface="Power Geez Unicode1" panose="00000400000000000000" pitchFamily="2" charset="0"/>
              </a:rPr>
              <a:t>መለኮታዊ</a:t>
            </a:r>
            <a:r>
              <a:rPr lang="en-US" b="1" dirty="0" smtClean="0">
                <a:latin typeface="Power Geez Unicode1" panose="00000400000000000000" pitchFamily="2" charset="0"/>
              </a:rPr>
              <a:t> </a:t>
            </a:r>
            <a:r>
              <a:rPr lang="en-US" b="1" dirty="0" err="1" smtClean="0">
                <a:latin typeface="Power Geez Unicode1" panose="00000400000000000000" pitchFamily="2" charset="0"/>
              </a:rPr>
              <a:t>ባህርይ</a:t>
            </a:r>
            <a:r>
              <a:rPr lang="en-US" b="1" dirty="0" smtClean="0">
                <a:latin typeface="Power Geez Unicode1" panose="00000400000000000000" pitchFamily="2" charset="0"/>
              </a:rPr>
              <a:t>፣ </a:t>
            </a:r>
            <a:r>
              <a:rPr lang="en-US" b="1" dirty="0" err="1" smtClean="0">
                <a:latin typeface="Power Geez Unicode1" panose="00000400000000000000" pitchFamily="2" charset="0"/>
              </a:rPr>
              <a:t>መለኮታዊ</a:t>
            </a:r>
            <a:r>
              <a:rPr lang="en-US" b="1" dirty="0" smtClean="0">
                <a:latin typeface="Power Geez Unicode1" panose="00000400000000000000" pitchFamily="2" charset="0"/>
              </a:rPr>
              <a:t> </a:t>
            </a:r>
            <a:r>
              <a:rPr lang="en-US" b="1" dirty="0" err="1" smtClean="0">
                <a:latin typeface="Power Geez Unicode1" panose="00000400000000000000" pitchFamily="2" charset="0"/>
              </a:rPr>
              <a:t>ግብር</a:t>
            </a:r>
            <a:r>
              <a:rPr lang="en-US" b="1" dirty="0" smtClean="0">
                <a:latin typeface="Power Geez Unicode1" panose="00000400000000000000" pitchFamily="2" charset="0"/>
              </a:rPr>
              <a:t> </a:t>
            </a:r>
            <a:r>
              <a:rPr lang="en-US" b="1" dirty="0" err="1" smtClean="0">
                <a:latin typeface="Power Geez Unicode1" panose="00000400000000000000" pitchFamily="2" charset="0"/>
              </a:rPr>
              <a:t>እንዲሁም</a:t>
            </a:r>
            <a:r>
              <a:rPr lang="en-US" b="1" dirty="0" smtClean="0">
                <a:latin typeface="Power Geez Unicode1" panose="00000400000000000000" pitchFamily="2" charset="0"/>
              </a:rPr>
              <a:t> </a:t>
            </a:r>
            <a:r>
              <a:rPr lang="en-US" b="1" dirty="0" err="1" smtClean="0">
                <a:latin typeface="Power Geez Unicode1" panose="00000400000000000000" pitchFamily="2" charset="0"/>
              </a:rPr>
              <a:t>አካል</a:t>
            </a:r>
            <a:r>
              <a:rPr lang="en-US" b="1" dirty="0" smtClean="0">
                <a:latin typeface="Power Geez Unicode1" panose="00000400000000000000" pitchFamily="2" charset="0"/>
              </a:rPr>
              <a:t> </a:t>
            </a:r>
            <a:r>
              <a:rPr lang="en-US" b="1" dirty="0" err="1" smtClean="0">
                <a:latin typeface="Power Geez Unicode1" panose="00000400000000000000" pitchFamily="2" charset="0"/>
              </a:rPr>
              <a:t>እንዳላቸው</a:t>
            </a:r>
            <a:r>
              <a:rPr lang="en-US" b="1" dirty="0" smtClean="0">
                <a:latin typeface="Power Geez Unicode1" panose="00000400000000000000" pitchFamily="2" charset="0"/>
              </a:rPr>
              <a:t> </a:t>
            </a:r>
            <a:r>
              <a:rPr lang="en-US" b="1" dirty="0" err="1" smtClean="0">
                <a:latin typeface="Power Geez Unicode1" panose="00000400000000000000" pitchFamily="2" charset="0"/>
              </a:rPr>
              <a:t>በጋራም</a:t>
            </a:r>
            <a:r>
              <a:rPr lang="en-US" b="1" dirty="0" smtClean="0">
                <a:latin typeface="Power Geez Unicode1" panose="00000400000000000000" pitchFamily="2" charset="0"/>
              </a:rPr>
              <a:t> </a:t>
            </a:r>
            <a:r>
              <a:rPr lang="en-US" b="1" dirty="0" err="1" smtClean="0">
                <a:latin typeface="Power Geez Unicode1" panose="00000400000000000000" pitchFamily="2" charset="0"/>
              </a:rPr>
              <a:t>በተናጠልም</a:t>
            </a:r>
            <a:r>
              <a:rPr lang="en-US" b="1" dirty="0" smtClean="0">
                <a:latin typeface="Power Geez Unicode1" panose="00000400000000000000" pitchFamily="2" charset="0"/>
              </a:rPr>
              <a:t> </a:t>
            </a:r>
            <a:r>
              <a:rPr lang="en-US" b="1" dirty="0" err="1" smtClean="0">
                <a:latin typeface="Power Geez Unicode1" panose="00000400000000000000" pitchFamily="2" charset="0"/>
              </a:rPr>
              <a:t>ተጠቅሰዋል</a:t>
            </a:r>
            <a:r>
              <a:rPr lang="en-US" b="1" dirty="0" smtClean="0">
                <a:latin typeface="Power Geez Unicode1" panose="00000400000000000000" pitchFamily="2" charset="0"/>
              </a:rPr>
              <a:t>፡፡</a:t>
            </a:r>
          </a:p>
        </p:txBody>
      </p:sp>
    </p:spTree>
    <p:extLst>
      <p:ext uri="{BB962C8B-B14F-4D97-AF65-F5344CB8AC3E}">
        <p14:creationId xmlns:p14="http://schemas.microsoft.com/office/powerpoint/2010/main" val="4038603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1000"/>
                                        <p:tgtEl>
                                          <p:spTgt spid="3">
                                            <p:txEl>
                                              <p:pRg st="2" end="2"/>
                                            </p:txEl>
                                          </p:spTgt>
                                        </p:tgtEl>
                                      </p:cBhvr>
                                    </p:animEffect>
                                    <p:anim calcmode="lin" valueType="num">
                                      <p:cBhvr>
                                        <p:cTn id="2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fade">
                                      <p:cBhvr>
                                        <p:cTn id="26" dur="1000"/>
                                        <p:tgtEl>
                                          <p:spTgt spid="3">
                                            <p:txEl>
                                              <p:pRg st="3" end="3"/>
                                            </p:txEl>
                                          </p:spTgt>
                                        </p:tgtEl>
                                      </p:cBhvr>
                                    </p:animEffect>
                                    <p:anim calcmode="lin" valueType="num">
                                      <p:cBhvr>
                                        <p:cTn id="27"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flipV="1">
            <a:off x="457200" y="152400"/>
            <a:ext cx="8229600" cy="122238"/>
          </a:xfrm>
        </p:spPr>
        <p:txBody>
          <a:bodyPr>
            <a:normAutofit fontScale="90000"/>
          </a:bodyPr>
          <a:lstStyle/>
          <a:p>
            <a:endParaRPr lang="en-US" dirty="0"/>
          </a:p>
        </p:txBody>
      </p:sp>
      <p:sp>
        <p:nvSpPr>
          <p:cNvPr id="3" name="Content Placeholder 2"/>
          <p:cNvSpPr>
            <a:spLocks noGrp="1"/>
          </p:cNvSpPr>
          <p:nvPr>
            <p:ph idx="1"/>
          </p:nvPr>
        </p:nvSpPr>
        <p:spPr>
          <a:xfrm>
            <a:off x="76200" y="381000"/>
            <a:ext cx="8991600" cy="6324600"/>
          </a:xfrm>
        </p:spPr>
        <p:txBody>
          <a:bodyPr>
            <a:normAutofit fontScale="70000" lnSpcReduction="20000"/>
          </a:bodyPr>
          <a:lstStyle/>
          <a:p>
            <a:pPr algn="just">
              <a:lnSpc>
                <a:spcPct val="170000"/>
              </a:lnSpc>
            </a:pPr>
            <a:r>
              <a:rPr lang="en-US" b="1" dirty="0" err="1" smtClean="0">
                <a:latin typeface="Power Geez Unicode1" panose="00000400000000000000" pitchFamily="2" charset="0"/>
              </a:rPr>
              <a:t>ይህንን</a:t>
            </a:r>
            <a:r>
              <a:rPr lang="en-US" b="1" dirty="0" smtClean="0">
                <a:latin typeface="Power Geez Unicode1" panose="00000400000000000000" pitchFamily="2" charset="0"/>
              </a:rPr>
              <a:t> </a:t>
            </a:r>
            <a:r>
              <a:rPr lang="en-US" b="1" dirty="0" err="1">
                <a:latin typeface="Power Geez Unicode1" panose="00000400000000000000" pitchFamily="2" charset="0"/>
              </a:rPr>
              <a:t>የስላሴ</a:t>
            </a:r>
            <a:r>
              <a:rPr lang="en-US" b="1" dirty="0">
                <a:latin typeface="Power Geez Unicode1" panose="00000400000000000000" pitchFamily="2" charset="0"/>
              </a:rPr>
              <a:t> </a:t>
            </a:r>
            <a:r>
              <a:rPr lang="en-US" b="1" dirty="0" err="1">
                <a:latin typeface="Power Geez Unicode1" panose="00000400000000000000" pitchFamily="2" charset="0"/>
              </a:rPr>
              <a:t>አስተምህሮ</a:t>
            </a:r>
            <a:r>
              <a:rPr lang="en-US" b="1" dirty="0">
                <a:latin typeface="Power Geez Unicode1" panose="00000400000000000000" pitchFamily="2" charset="0"/>
              </a:rPr>
              <a:t> </a:t>
            </a:r>
            <a:r>
              <a:rPr lang="en-US" b="1" dirty="0" err="1">
                <a:latin typeface="Power Geez Unicode1" panose="00000400000000000000" pitchFamily="2" charset="0"/>
              </a:rPr>
              <a:t>የሰዎች</a:t>
            </a:r>
            <a:r>
              <a:rPr lang="en-US" b="1" dirty="0">
                <a:latin typeface="Power Geez Unicode1" panose="00000400000000000000" pitchFamily="2" charset="0"/>
              </a:rPr>
              <a:t> </a:t>
            </a:r>
            <a:r>
              <a:rPr lang="en-US" b="1" dirty="0" err="1">
                <a:latin typeface="Power Geez Unicode1" panose="00000400000000000000" pitchFamily="2" charset="0"/>
              </a:rPr>
              <a:t>አእምሮ</a:t>
            </a:r>
            <a:r>
              <a:rPr lang="en-US" b="1" dirty="0">
                <a:latin typeface="Power Geez Unicode1" panose="00000400000000000000" pitchFamily="2" charset="0"/>
              </a:rPr>
              <a:t> </a:t>
            </a:r>
            <a:r>
              <a:rPr lang="en-US" b="1" dirty="0" err="1">
                <a:latin typeface="Power Geez Unicode1" panose="00000400000000000000" pitchFamily="2" charset="0"/>
              </a:rPr>
              <a:t>ለመረዳት</a:t>
            </a:r>
            <a:r>
              <a:rPr lang="en-US" b="1" dirty="0">
                <a:latin typeface="Power Geez Unicode1" panose="00000400000000000000" pitchFamily="2" charset="0"/>
              </a:rPr>
              <a:t> </a:t>
            </a:r>
            <a:r>
              <a:rPr lang="en-US" b="1" dirty="0" err="1">
                <a:latin typeface="Power Geez Unicode1" panose="00000400000000000000" pitchFamily="2" charset="0"/>
              </a:rPr>
              <a:t>የሚያስቸግርበት</a:t>
            </a:r>
            <a:r>
              <a:rPr lang="en-US" b="1" dirty="0">
                <a:latin typeface="Power Geez Unicode1" panose="00000400000000000000" pitchFamily="2" charset="0"/>
              </a:rPr>
              <a:t> </a:t>
            </a:r>
            <a:r>
              <a:rPr lang="en-US" b="1" dirty="0" err="1" smtClean="0">
                <a:latin typeface="Power Geez Unicode1" panose="00000400000000000000" pitchFamily="2" charset="0"/>
              </a:rPr>
              <a:t>ዋናው</a:t>
            </a:r>
            <a:r>
              <a:rPr lang="en-US" b="1" dirty="0" smtClean="0">
                <a:latin typeface="Power Geez Unicode1" panose="00000400000000000000" pitchFamily="2" charset="0"/>
              </a:rPr>
              <a:t> </a:t>
            </a:r>
            <a:r>
              <a:rPr lang="en-US" b="1" dirty="0" err="1" smtClean="0">
                <a:latin typeface="Power Geez Unicode1" panose="00000400000000000000" pitchFamily="2" charset="0"/>
              </a:rPr>
              <a:t>ምክንያት</a:t>
            </a:r>
            <a:r>
              <a:rPr lang="en-US" b="1" dirty="0" smtClean="0">
                <a:latin typeface="Power Geez Unicode1" panose="00000400000000000000" pitchFamily="2" charset="0"/>
              </a:rPr>
              <a:t> </a:t>
            </a:r>
            <a:r>
              <a:rPr lang="en-US" b="1" dirty="0" err="1">
                <a:latin typeface="Power Geez Unicode1" panose="00000400000000000000" pitchFamily="2" charset="0"/>
              </a:rPr>
              <a:t>እግዚአብሄር</a:t>
            </a:r>
            <a:r>
              <a:rPr lang="en-US" b="1" dirty="0">
                <a:latin typeface="Power Geez Unicode1" panose="00000400000000000000" pitchFamily="2" charset="0"/>
              </a:rPr>
              <a:t> </a:t>
            </a:r>
            <a:r>
              <a:rPr lang="en-US" b="1" dirty="0" err="1">
                <a:latin typeface="Power Geez Unicode1" panose="00000400000000000000" pitchFamily="2" charset="0"/>
              </a:rPr>
              <a:t>መንፈስ</a:t>
            </a:r>
            <a:r>
              <a:rPr lang="en-US" b="1" dirty="0">
                <a:latin typeface="Power Geez Unicode1" panose="00000400000000000000" pitchFamily="2" charset="0"/>
              </a:rPr>
              <a:t> </a:t>
            </a:r>
            <a:r>
              <a:rPr lang="en-US" b="1" dirty="0" err="1">
                <a:latin typeface="Power Geez Unicode1" panose="00000400000000000000" pitchFamily="2" charset="0"/>
              </a:rPr>
              <a:t>ስለሆነ</a:t>
            </a:r>
            <a:r>
              <a:rPr lang="en-US" b="1" dirty="0">
                <a:latin typeface="Power Geez Unicode1" panose="00000400000000000000" pitchFamily="2" charset="0"/>
              </a:rPr>
              <a:t> </a:t>
            </a:r>
            <a:r>
              <a:rPr lang="en-US" b="1" dirty="0" err="1">
                <a:latin typeface="Power Geez Unicode1" panose="00000400000000000000" pitchFamily="2" charset="0"/>
              </a:rPr>
              <a:t>በአምስቱ</a:t>
            </a:r>
            <a:r>
              <a:rPr lang="en-US" b="1" dirty="0">
                <a:latin typeface="Power Geez Unicode1" panose="00000400000000000000" pitchFamily="2" charset="0"/>
              </a:rPr>
              <a:t> </a:t>
            </a:r>
            <a:r>
              <a:rPr lang="en-US" b="1" dirty="0" err="1">
                <a:latin typeface="Power Geez Unicode1" panose="00000400000000000000" pitchFamily="2" charset="0"/>
              </a:rPr>
              <a:t>የስሜት</a:t>
            </a:r>
            <a:r>
              <a:rPr lang="en-US" b="1" dirty="0">
                <a:latin typeface="Power Geez Unicode1" panose="00000400000000000000" pitchFamily="2" charset="0"/>
              </a:rPr>
              <a:t> </a:t>
            </a:r>
            <a:r>
              <a:rPr lang="en-US" b="1" dirty="0" err="1">
                <a:latin typeface="Power Geez Unicode1" panose="00000400000000000000" pitchFamily="2" charset="0"/>
              </a:rPr>
              <a:t>ህዋሶቻችን</a:t>
            </a:r>
            <a:r>
              <a:rPr lang="en-US" b="1" dirty="0">
                <a:latin typeface="Power Geez Unicode1" panose="00000400000000000000" pitchFamily="2" charset="0"/>
              </a:rPr>
              <a:t> </a:t>
            </a:r>
            <a:r>
              <a:rPr lang="en-US" b="1" dirty="0" err="1">
                <a:latin typeface="Power Geez Unicode1" panose="00000400000000000000" pitchFamily="2" charset="0"/>
              </a:rPr>
              <a:t>በመዳሰስ</a:t>
            </a:r>
            <a:r>
              <a:rPr lang="en-US" b="1" dirty="0">
                <a:latin typeface="Power Geez Unicode1" panose="00000400000000000000" pitchFamily="2" charset="0"/>
              </a:rPr>
              <a:t>፣ </a:t>
            </a:r>
            <a:r>
              <a:rPr lang="en-US" b="1" dirty="0" err="1">
                <a:latin typeface="Power Geez Unicode1" panose="00000400000000000000" pitchFamily="2" charset="0"/>
              </a:rPr>
              <a:t>በማየት</a:t>
            </a:r>
            <a:r>
              <a:rPr lang="en-US" b="1" dirty="0">
                <a:latin typeface="Power Geez Unicode1" panose="00000400000000000000" pitchFamily="2" charset="0"/>
              </a:rPr>
              <a:t>፣ </a:t>
            </a:r>
            <a:r>
              <a:rPr lang="en-US" b="1" dirty="0" err="1">
                <a:latin typeface="Power Geez Unicode1" panose="00000400000000000000" pitchFamily="2" charset="0"/>
              </a:rPr>
              <a:t>በመቅመስ</a:t>
            </a:r>
            <a:r>
              <a:rPr lang="en-US" b="1" dirty="0">
                <a:latin typeface="Power Geez Unicode1" panose="00000400000000000000" pitchFamily="2" charset="0"/>
              </a:rPr>
              <a:t>፣ </a:t>
            </a:r>
            <a:r>
              <a:rPr lang="en-US" b="1" dirty="0" err="1">
                <a:latin typeface="Power Geez Unicode1" panose="00000400000000000000" pitchFamily="2" charset="0"/>
              </a:rPr>
              <a:t>በማሽተት</a:t>
            </a:r>
            <a:r>
              <a:rPr lang="en-US" b="1" dirty="0">
                <a:latin typeface="Power Geez Unicode1" panose="00000400000000000000" pitchFamily="2" charset="0"/>
              </a:rPr>
              <a:t> </a:t>
            </a:r>
            <a:r>
              <a:rPr lang="en-US" b="1" dirty="0" err="1">
                <a:latin typeface="Power Geez Unicode1" panose="00000400000000000000" pitchFamily="2" charset="0"/>
              </a:rPr>
              <a:t>ወይም</a:t>
            </a:r>
            <a:r>
              <a:rPr lang="en-US" b="1" dirty="0">
                <a:latin typeface="Power Geez Unicode1" panose="00000400000000000000" pitchFamily="2" charset="0"/>
              </a:rPr>
              <a:t> </a:t>
            </a:r>
            <a:r>
              <a:rPr lang="en-US" b="1" dirty="0" err="1">
                <a:latin typeface="Power Geez Unicode1" panose="00000400000000000000" pitchFamily="2" charset="0"/>
              </a:rPr>
              <a:t>በመስማት</a:t>
            </a:r>
            <a:r>
              <a:rPr lang="en-US" b="1" dirty="0">
                <a:latin typeface="Power Geez Unicode1" panose="00000400000000000000" pitchFamily="2" charset="0"/>
              </a:rPr>
              <a:t> </a:t>
            </a:r>
            <a:r>
              <a:rPr lang="en-US" b="1" dirty="0" err="1">
                <a:latin typeface="Power Geez Unicode1" panose="00000400000000000000" pitchFamily="2" charset="0"/>
              </a:rPr>
              <a:t>በአእምሮአችን</a:t>
            </a:r>
            <a:r>
              <a:rPr lang="en-US" b="1" dirty="0">
                <a:latin typeface="Power Geez Unicode1" panose="00000400000000000000" pitchFamily="2" charset="0"/>
              </a:rPr>
              <a:t> </a:t>
            </a:r>
            <a:r>
              <a:rPr lang="en-US" b="1" dirty="0" err="1">
                <a:latin typeface="Power Geez Unicode1" panose="00000400000000000000" pitchFamily="2" charset="0"/>
              </a:rPr>
              <a:t>ውስጥ</a:t>
            </a:r>
            <a:r>
              <a:rPr lang="en-US" b="1" dirty="0">
                <a:latin typeface="Power Geez Unicode1" panose="00000400000000000000" pitchFamily="2" charset="0"/>
              </a:rPr>
              <a:t> </a:t>
            </a:r>
            <a:r>
              <a:rPr lang="en-US" b="1" dirty="0" err="1">
                <a:latin typeface="Power Geez Unicode1" panose="00000400000000000000" pitchFamily="2" charset="0"/>
              </a:rPr>
              <a:t>ስለእግዚአብሄር</a:t>
            </a:r>
            <a:r>
              <a:rPr lang="en-US" b="1" dirty="0">
                <a:latin typeface="Power Geez Unicode1" panose="00000400000000000000" pitchFamily="2" charset="0"/>
              </a:rPr>
              <a:t> </a:t>
            </a:r>
            <a:r>
              <a:rPr lang="en-US" b="1" dirty="0" err="1">
                <a:latin typeface="Power Geez Unicode1" panose="00000400000000000000" pitchFamily="2" charset="0"/>
              </a:rPr>
              <a:t>ስዕል</a:t>
            </a:r>
            <a:r>
              <a:rPr lang="en-US" b="1" dirty="0">
                <a:latin typeface="Power Geez Unicode1" panose="00000400000000000000" pitchFamily="2" charset="0"/>
              </a:rPr>
              <a:t> </a:t>
            </a:r>
            <a:r>
              <a:rPr lang="en-US" b="1" dirty="0" err="1">
                <a:latin typeface="Power Geez Unicode1" panose="00000400000000000000" pitchFamily="2" charset="0"/>
              </a:rPr>
              <a:t>መሳልና</a:t>
            </a:r>
            <a:r>
              <a:rPr lang="en-US" b="1" dirty="0">
                <a:latin typeface="Power Geez Unicode1" panose="00000400000000000000" pitchFamily="2" charset="0"/>
              </a:rPr>
              <a:t> </a:t>
            </a:r>
            <a:r>
              <a:rPr lang="en-US" b="1" dirty="0" err="1">
                <a:latin typeface="Power Geez Unicode1" panose="00000400000000000000" pitchFamily="2" charset="0"/>
              </a:rPr>
              <a:t>መረዳት</a:t>
            </a:r>
            <a:r>
              <a:rPr lang="en-US" b="1" dirty="0">
                <a:latin typeface="Power Geez Unicode1" panose="00000400000000000000" pitchFamily="2" charset="0"/>
              </a:rPr>
              <a:t> </a:t>
            </a:r>
            <a:r>
              <a:rPr lang="en-US" b="1" dirty="0" err="1">
                <a:latin typeface="Power Geez Unicode1" panose="00000400000000000000" pitchFamily="2" charset="0"/>
              </a:rPr>
              <a:t>ስለማንችል</a:t>
            </a:r>
            <a:r>
              <a:rPr lang="en-US" b="1" dirty="0">
                <a:latin typeface="Power Geez Unicode1" panose="00000400000000000000" pitchFamily="2" charset="0"/>
              </a:rPr>
              <a:t> </a:t>
            </a:r>
            <a:r>
              <a:rPr lang="en-US" b="1" dirty="0" err="1">
                <a:latin typeface="Power Geez Unicode1" panose="00000400000000000000" pitchFamily="2" charset="0"/>
              </a:rPr>
              <a:t>ነው</a:t>
            </a:r>
            <a:r>
              <a:rPr lang="en-US" b="1" dirty="0">
                <a:latin typeface="Power Geez Unicode1" panose="00000400000000000000" pitchFamily="2" charset="0"/>
              </a:rPr>
              <a:t>፡፡ </a:t>
            </a:r>
            <a:r>
              <a:rPr lang="en-US" b="1" dirty="0" err="1">
                <a:latin typeface="Power Geez Unicode1" panose="00000400000000000000" pitchFamily="2" charset="0"/>
              </a:rPr>
              <a:t>እግዚአብሄርን</a:t>
            </a:r>
            <a:r>
              <a:rPr lang="en-US" b="1" dirty="0">
                <a:latin typeface="Power Geez Unicode1" panose="00000400000000000000" pitchFamily="2" charset="0"/>
              </a:rPr>
              <a:t> </a:t>
            </a:r>
            <a:r>
              <a:rPr lang="en-US" b="1" dirty="0" err="1">
                <a:latin typeface="Power Geez Unicode1" panose="00000400000000000000" pitchFamily="2" charset="0"/>
              </a:rPr>
              <a:t>የምናውቀው</a:t>
            </a:r>
            <a:r>
              <a:rPr lang="en-US" b="1" dirty="0">
                <a:latin typeface="Power Geez Unicode1" panose="00000400000000000000" pitchFamily="2" charset="0"/>
              </a:rPr>
              <a:t> </a:t>
            </a:r>
            <a:r>
              <a:rPr lang="en-US" b="1" dirty="0" err="1">
                <a:latin typeface="Power Geez Unicode1" panose="00000400000000000000" pitchFamily="2" charset="0"/>
              </a:rPr>
              <a:t>በባህርዩና</a:t>
            </a:r>
            <a:r>
              <a:rPr lang="en-US" b="1" dirty="0">
                <a:latin typeface="Power Geez Unicode1" panose="00000400000000000000" pitchFamily="2" charset="0"/>
              </a:rPr>
              <a:t> </a:t>
            </a:r>
            <a:r>
              <a:rPr lang="en-US" b="1" dirty="0" err="1">
                <a:latin typeface="Power Geez Unicode1" panose="00000400000000000000" pitchFamily="2" charset="0"/>
              </a:rPr>
              <a:t>በስራ</a:t>
            </a:r>
            <a:r>
              <a:rPr lang="en-US" b="1" dirty="0">
                <a:latin typeface="Power Geez Unicode1" panose="00000400000000000000" pitchFamily="2" charset="0"/>
              </a:rPr>
              <a:t> </a:t>
            </a:r>
            <a:r>
              <a:rPr lang="en-US" b="1" dirty="0" err="1">
                <a:latin typeface="Power Geez Unicode1" panose="00000400000000000000" pitchFamily="2" charset="0"/>
              </a:rPr>
              <a:t>ነው</a:t>
            </a:r>
            <a:r>
              <a:rPr lang="en-US" b="1" dirty="0">
                <a:latin typeface="Power Geez Unicode1" panose="00000400000000000000" pitchFamily="2" charset="0"/>
              </a:rPr>
              <a:t> </a:t>
            </a:r>
            <a:r>
              <a:rPr lang="en-US" b="1" dirty="0" err="1">
                <a:latin typeface="Power Geez Unicode1" panose="00000400000000000000" pitchFamily="2" charset="0"/>
              </a:rPr>
              <a:t>ምክንያቱም</a:t>
            </a:r>
            <a:r>
              <a:rPr lang="en-US" b="1" dirty="0">
                <a:latin typeface="Power Geez Unicode1" panose="00000400000000000000" pitchFamily="2" charset="0"/>
              </a:rPr>
              <a:t> </a:t>
            </a:r>
            <a:r>
              <a:rPr lang="en-US" b="1" dirty="0" err="1">
                <a:latin typeface="Power Geez Unicode1" panose="00000400000000000000" pitchFamily="2" charset="0"/>
              </a:rPr>
              <a:t>መንፈስ</a:t>
            </a:r>
            <a:r>
              <a:rPr lang="en-US" b="1" dirty="0">
                <a:latin typeface="Power Geez Unicode1" panose="00000400000000000000" pitchFamily="2" charset="0"/>
              </a:rPr>
              <a:t> </a:t>
            </a:r>
            <a:r>
              <a:rPr lang="en-US" b="1" dirty="0" err="1">
                <a:latin typeface="Power Geez Unicode1" panose="00000400000000000000" pitchFamily="2" charset="0"/>
              </a:rPr>
              <a:t>ቁሳዊ</a:t>
            </a:r>
            <a:r>
              <a:rPr lang="en-US" b="1" dirty="0">
                <a:latin typeface="Power Geez Unicode1" panose="00000400000000000000" pitchFamily="2" charset="0"/>
              </a:rPr>
              <a:t> </a:t>
            </a:r>
            <a:r>
              <a:rPr lang="en-US" b="1" dirty="0" err="1">
                <a:latin typeface="Power Geez Unicode1" panose="00000400000000000000" pitchFamily="2" charset="0"/>
              </a:rPr>
              <a:t>አካል</a:t>
            </a:r>
            <a:r>
              <a:rPr lang="en-US" b="1" dirty="0">
                <a:latin typeface="Power Geez Unicode1" panose="00000400000000000000" pitchFamily="2" charset="0"/>
              </a:rPr>
              <a:t> </a:t>
            </a:r>
            <a:r>
              <a:rPr lang="en-US" b="1" dirty="0" err="1">
                <a:latin typeface="Power Geez Unicode1" panose="00000400000000000000" pitchFamily="2" charset="0"/>
              </a:rPr>
              <a:t>ስለሌለው</a:t>
            </a:r>
            <a:r>
              <a:rPr lang="en-US" b="1" dirty="0">
                <a:latin typeface="Power Geez Unicode1" panose="00000400000000000000" pitchFamily="2" charset="0"/>
              </a:rPr>
              <a:t> </a:t>
            </a:r>
            <a:r>
              <a:rPr lang="en-US" b="1" dirty="0" err="1">
                <a:latin typeface="Power Geez Unicode1" panose="00000400000000000000" pitchFamily="2" charset="0"/>
              </a:rPr>
              <a:t>በስሜት</a:t>
            </a:r>
            <a:r>
              <a:rPr lang="en-US" b="1" dirty="0">
                <a:latin typeface="Power Geez Unicode1" panose="00000400000000000000" pitchFamily="2" charset="0"/>
              </a:rPr>
              <a:t> </a:t>
            </a:r>
            <a:r>
              <a:rPr lang="en-US" b="1" dirty="0" err="1">
                <a:latin typeface="Power Geez Unicode1" panose="00000400000000000000" pitchFamily="2" charset="0"/>
              </a:rPr>
              <a:t>ህዋሶቻችን</a:t>
            </a:r>
            <a:r>
              <a:rPr lang="en-US" b="1" dirty="0">
                <a:latin typeface="Power Geez Unicode1" panose="00000400000000000000" pitchFamily="2" charset="0"/>
              </a:rPr>
              <a:t> </a:t>
            </a:r>
            <a:r>
              <a:rPr lang="en-US" b="1" dirty="0" err="1">
                <a:latin typeface="Power Geez Unicode1" panose="00000400000000000000" pitchFamily="2" charset="0"/>
              </a:rPr>
              <a:t>መረዳት</a:t>
            </a:r>
            <a:r>
              <a:rPr lang="en-US" b="1" dirty="0">
                <a:latin typeface="Power Geez Unicode1" panose="00000400000000000000" pitchFamily="2" charset="0"/>
              </a:rPr>
              <a:t> </a:t>
            </a:r>
            <a:r>
              <a:rPr lang="en-US" b="1" dirty="0" err="1">
                <a:latin typeface="Power Geez Unicode1" panose="00000400000000000000" pitchFamily="2" charset="0"/>
              </a:rPr>
              <a:t>አንችልም</a:t>
            </a:r>
            <a:r>
              <a:rPr lang="en-US" b="1" dirty="0">
                <a:latin typeface="Power Geez Unicode1" panose="00000400000000000000" pitchFamily="2" charset="0"/>
              </a:rPr>
              <a:t>፡፡ </a:t>
            </a:r>
            <a:r>
              <a:rPr lang="en-US" b="1" dirty="0" err="1" smtClean="0">
                <a:latin typeface="Power Geez Unicode1" panose="00000400000000000000" pitchFamily="2" charset="0"/>
              </a:rPr>
              <a:t>ምንም</a:t>
            </a:r>
            <a:r>
              <a:rPr lang="en-US" b="1" dirty="0" smtClean="0">
                <a:latin typeface="Power Geez Unicode1" panose="00000400000000000000" pitchFamily="2" charset="0"/>
              </a:rPr>
              <a:t> </a:t>
            </a:r>
            <a:r>
              <a:rPr lang="en-US" b="1" dirty="0" err="1" smtClean="0">
                <a:latin typeface="Power Geez Unicode1" panose="00000400000000000000" pitchFamily="2" charset="0"/>
              </a:rPr>
              <a:t>እን</a:t>
            </a:r>
            <a:r>
              <a:rPr lang="am-ET" b="1" dirty="0" smtClean="0">
                <a:latin typeface="Power Geez Unicode1" panose="00000400000000000000" pitchFamily="2" charset="0"/>
              </a:rPr>
              <a:t>ኳ</a:t>
            </a:r>
            <a:r>
              <a:rPr lang="en-US" b="1" dirty="0" smtClean="0">
                <a:latin typeface="Power Geez Unicode1" panose="00000400000000000000" pitchFamily="2" charset="0"/>
              </a:rPr>
              <a:t>ን </a:t>
            </a:r>
            <a:r>
              <a:rPr lang="en-US" b="1" dirty="0" err="1" smtClean="0">
                <a:latin typeface="Power Geez Unicode1" panose="00000400000000000000" pitchFamily="2" charset="0"/>
              </a:rPr>
              <a:t>ስለእግዚአብሄር</a:t>
            </a:r>
            <a:r>
              <a:rPr lang="en-US" b="1" dirty="0" smtClean="0">
                <a:latin typeface="Power Geez Unicode1" panose="00000400000000000000" pitchFamily="2" charset="0"/>
              </a:rPr>
              <a:t> </a:t>
            </a:r>
            <a:r>
              <a:rPr lang="en-US" b="1" dirty="0" err="1" smtClean="0">
                <a:latin typeface="Power Geez Unicode1" panose="00000400000000000000" pitchFamily="2" charset="0"/>
              </a:rPr>
              <a:t>ማንነት</a:t>
            </a:r>
            <a:r>
              <a:rPr lang="en-US" b="1" dirty="0" smtClean="0">
                <a:latin typeface="Power Geez Unicode1" panose="00000400000000000000" pitchFamily="2" charset="0"/>
              </a:rPr>
              <a:t> </a:t>
            </a:r>
            <a:r>
              <a:rPr lang="en-US" b="1" dirty="0" err="1" smtClean="0">
                <a:latin typeface="Power Geez Unicode1" panose="00000400000000000000" pitchFamily="2" charset="0"/>
              </a:rPr>
              <a:t>በስሜት</a:t>
            </a:r>
            <a:r>
              <a:rPr lang="en-US" b="1" dirty="0" smtClean="0">
                <a:latin typeface="Power Geez Unicode1" panose="00000400000000000000" pitchFamily="2" charset="0"/>
              </a:rPr>
              <a:t> </a:t>
            </a:r>
            <a:r>
              <a:rPr lang="en-US" b="1" dirty="0" err="1" smtClean="0">
                <a:latin typeface="Power Geez Unicode1" panose="00000400000000000000" pitchFamily="2" charset="0"/>
              </a:rPr>
              <a:t>ህዋሶቻችን</a:t>
            </a:r>
            <a:r>
              <a:rPr lang="en-US" b="1" dirty="0" smtClean="0">
                <a:latin typeface="Power Geez Unicode1" panose="00000400000000000000" pitchFamily="2" charset="0"/>
              </a:rPr>
              <a:t> </a:t>
            </a:r>
            <a:r>
              <a:rPr lang="en-US" b="1" dirty="0" err="1" smtClean="0">
                <a:latin typeface="Power Geez Unicode1" panose="00000400000000000000" pitchFamily="2" charset="0"/>
              </a:rPr>
              <a:t>መረዳት</a:t>
            </a:r>
            <a:r>
              <a:rPr lang="en-US" b="1" dirty="0" smtClean="0">
                <a:latin typeface="Power Geez Unicode1" panose="00000400000000000000" pitchFamily="2" charset="0"/>
              </a:rPr>
              <a:t> </a:t>
            </a:r>
            <a:r>
              <a:rPr lang="en-US" b="1" dirty="0" err="1" smtClean="0">
                <a:latin typeface="Power Geez Unicode1" panose="00000400000000000000" pitchFamily="2" charset="0"/>
              </a:rPr>
              <a:t>ባንችልም</a:t>
            </a:r>
            <a:r>
              <a:rPr lang="en-US" b="1" dirty="0" smtClean="0">
                <a:latin typeface="Power Geez Unicode1" panose="00000400000000000000" pitchFamily="2" charset="0"/>
              </a:rPr>
              <a:t> </a:t>
            </a:r>
            <a:r>
              <a:rPr lang="en-US" b="1" dirty="0" err="1" smtClean="0">
                <a:latin typeface="Power Geez Unicode1" panose="00000400000000000000" pitchFamily="2" charset="0"/>
              </a:rPr>
              <a:t>በሶስት</a:t>
            </a:r>
            <a:r>
              <a:rPr lang="en-US" b="1" dirty="0" smtClean="0">
                <a:latin typeface="Power Geez Unicode1" panose="00000400000000000000" pitchFamily="2" charset="0"/>
              </a:rPr>
              <a:t> </a:t>
            </a:r>
            <a:r>
              <a:rPr lang="en-US" b="1" dirty="0" err="1">
                <a:latin typeface="Power Geez Unicode1" panose="00000400000000000000" pitchFamily="2" charset="0"/>
              </a:rPr>
              <a:t>አካላት</a:t>
            </a:r>
            <a:r>
              <a:rPr lang="en-US" b="1" dirty="0">
                <a:latin typeface="Power Geez Unicode1" panose="00000400000000000000" pitchFamily="2" charset="0"/>
              </a:rPr>
              <a:t> </a:t>
            </a:r>
            <a:r>
              <a:rPr lang="en-US" b="1" dirty="0" err="1">
                <a:latin typeface="Power Geez Unicode1" panose="00000400000000000000" pitchFamily="2" charset="0"/>
              </a:rPr>
              <a:t>የሚኖር</a:t>
            </a:r>
            <a:r>
              <a:rPr lang="en-US" b="1" dirty="0">
                <a:latin typeface="Power Geez Unicode1" panose="00000400000000000000" pitchFamily="2" charset="0"/>
              </a:rPr>
              <a:t> </a:t>
            </a:r>
            <a:r>
              <a:rPr lang="en-US" b="1" dirty="0" err="1">
                <a:latin typeface="Power Geez Unicode1" panose="00000400000000000000" pitchFamily="2" charset="0"/>
              </a:rPr>
              <a:t>አንድ</a:t>
            </a:r>
            <a:r>
              <a:rPr lang="en-US" b="1" dirty="0">
                <a:latin typeface="Power Geez Unicode1" panose="00000400000000000000" pitchFamily="2" charset="0"/>
              </a:rPr>
              <a:t> </a:t>
            </a:r>
            <a:r>
              <a:rPr lang="en-US" b="1" dirty="0" err="1">
                <a:latin typeface="Power Geez Unicode1" panose="00000400000000000000" pitchFamily="2" charset="0"/>
              </a:rPr>
              <a:t>መለኮት</a:t>
            </a:r>
            <a:r>
              <a:rPr lang="en-US" b="1" dirty="0">
                <a:latin typeface="Power Geez Unicode1" panose="00000400000000000000" pitchFamily="2" charset="0"/>
              </a:rPr>
              <a:t> </a:t>
            </a:r>
            <a:r>
              <a:rPr lang="en-US" b="1" dirty="0" err="1">
                <a:latin typeface="Power Geez Unicode1" panose="00000400000000000000" pitchFamily="2" charset="0"/>
              </a:rPr>
              <a:t>እንደሆነ</a:t>
            </a:r>
            <a:r>
              <a:rPr lang="en-US" b="1" dirty="0">
                <a:latin typeface="Power Geez Unicode1" panose="00000400000000000000" pitchFamily="2" charset="0"/>
              </a:rPr>
              <a:t> </a:t>
            </a:r>
            <a:r>
              <a:rPr lang="en-US" b="1" dirty="0" err="1">
                <a:latin typeface="Power Geez Unicode1" panose="00000400000000000000" pitchFamily="2" charset="0"/>
              </a:rPr>
              <a:t>መጽሐፍ</a:t>
            </a:r>
            <a:r>
              <a:rPr lang="en-US" b="1" dirty="0">
                <a:latin typeface="Power Geez Unicode1" panose="00000400000000000000" pitchFamily="2" charset="0"/>
              </a:rPr>
              <a:t> </a:t>
            </a:r>
            <a:r>
              <a:rPr lang="en-US" b="1" dirty="0" err="1">
                <a:latin typeface="Power Geez Unicode1" panose="00000400000000000000" pitchFamily="2" charset="0"/>
              </a:rPr>
              <a:t>ቅዱስ</a:t>
            </a:r>
            <a:r>
              <a:rPr lang="en-US" b="1" dirty="0">
                <a:latin typeface="Power Geez Unicode1" panose="00000400000000000000" pitchFamily="2" charset="0"/>
              </a:rPr>
              <a:t> </a:t>
            </a:r>
            <a:r>
              <a:rPr lang="en-US" b="1" dirty="0" err="1">
                <a:latin typeface="Power Geez Unicode1" panose="00000400000000000000" pitchFamily="2" charset="0"/>
              </a:rPr>
              <a:t>ያረጋግጣል</a:t>
            </a:r>
            <a:r>
              <a:rPr lang="en-US" b="1" dirty="0" smtClean="0">
                <a:latin typeface="Power Geez Unicode1" panose="00000400000000000000" pitchFamily="2" charset="0"/>
              </a:rPr>
              <a:t>፡፡ </a:t>
            </a:r>
            <a:r>
              <a:rPr lang="en-US" b="1" dirty="0" err="1" smtClean="0">
                <a:latin typeface="Power Geez Unicode1" panose="00000400000000000000" pitchFamily="2" charset="0"/>
              </a:rPr>
              <a:t>ከዚህም</a:t>
            </a:r>
            <a:r>
              <a:rPr lang="en-US" b="1" dirty="0" smtClean="0">
                <a:latin typeface="Power Geez Unicode1" panose="00000400000000000000" pitchFamily="2" charset="0"/>
              </a:rPr>
              <a:t> </a:t>
            </a:r>
            <a:r>
              <a:rPr lang="en-US" b="1" dirty="0" err="1" smtClean="0">
                <a:latin typeface="Power Geez Unicode1" panose="00000400000000000000" pitchFamily="2" charset="0"/>
              </a:rPr>
              <a:t>የተነሳ</a:t>
            </a:r>
            <a:r>
              <a:rPr lang="en-US" b="1" dirty="0" smtClean="0">
                <a:latin typeface="Power Geez Unicode1" panose="00000400000000000000" pitchFamily="2" charset="0"/>
              </a:rPr>
              <a:t> </a:t>
            </a:r>
            <a:r>
              <a:rPr lang="en-US" b="1" dirty="0" err="1" smtClean="0">
                <a:latin typeface="Power Geez Unicode1" panose="00000400000000000000" pitchFamily="2" charset="0"/>
              </a:rPr>
              <a:t>ብዙ</a:t>
            </a:r>
            <a:r>
              <a:rPr lang="en-US" b="1" dirty="0" smtClean="0">
                <a:latin typeface="Power Geez Unicode1" panose="00000400000000000000" pitchFamily="2" charset="0"/>
              </a:rPr>
              <a:t> </a:t>
            </a:r>
            <a:r>
              <a:rPr lang="en-US" b="1" dirty="0" err="1" smtClean="0">
                <a:latin typeface="Power Geez Unicode1" panose="00000400000000000000" pitchFamily="2" charset="0"/>
              </a:rPr>
              <a:t>ጊዜ</a:t>
            </a:r>
            <a:r>
              <a:rPr lang="en-US" b="1" dirty="0" smtClean="0">
                <a:latin typeface="Power Geez Unicode1" panose="00000400000000000000" pitchFamily="2" charset="0"/>
              </a:rPr>
              <a:t> </a:t>
            </a:r>
            <a:r>
              <a:rPr lang="en-US" b="1" dirty="0" err="1" smtClean="0">
                <a:latin typeface="Power Geez Unicode1" panose="00000400000000000000" pitchFamily="2" charset="0"/>
              </a:rPr>
              <a:t>ሰዎች</a:t>
            </a:r>
            <a:r>
              <a:rPr lang="en-US" b="1" dirty="0" smtClean="0">
                <a:latin typeface="Power Geez Unicode1" panose="00000400000000000000" pitchFamily="2" charset="0"/>
              </a:rPr>
              <a:t> </a:t>
            </a:r>
            <a:r>
              <a:rPr lang="en-US" b="1" dirty="0" err="1" smtClean="0">
                <a:latin typeface="Power Geez Unicode1" panose="00000400000000000000" pitchFamily="2" charset="0"/>
              </a:rPr>
              <a:t>ስለ</a:t>
            </a:r>
            <a:r>
              <a:rPr lang="en-US" b="1" dirty="0" smtClean="0">
                <a:latin typeface="Power Geez Unicode1" panose="00000400000000000000" pitchFamily="2" charset="0"/>
              </a:rPr>
              <a:t> </a:t>
            </a:r>
            <a:r>
              <a:rPr lang="en-US" b="1" dirty="0" err="1" smtClean="0">
                <a:latin typeface="Power Geez Unicode1" panose="00000400000000000000" pitchFamily="2" charset="0"/>
              </a:rPr>
              <a:t>ስላሴ</a:t>
            </a:r>
            <a:r>
              <a:rPr lang="en-US" b="1" dirty="0" smtClean="0">
                <a:latin typeface="Power Geez Unicode1" panose="00000400000000000000" pitchFamily="2" charset="0"/>
              </a:rPr>
              <a:t> </a:t>
            </a:r>
            <a:r>
              <a:rPr lang="en-US" b="1" dirty="0" err="1" smtClean="0">
                <a:latin typeface="Power Geez Unicode1" panose="00000400000000000000" pitchFamily="2" charset="0"/>
              </a:rPr>
              <a:t>አካላት</a:t>
            </a:r>
            <a:r>
              <a:rPr lang="en-US" b="1" dirty="0" smtClean="0">
                <a:latin typeface="Power Geez Unicode1" panose="00000400000000000000" pitchFamily="2" charset="0"/>
              </a:rPr>
              <a:t> </a:t>
            </a:r>
            <a:r>
              <a:rPr lang="en-US" b="1" dirty="0" err="1" smtClean="0">
                <a:latin typeface="Power Geez Unicode1" panose="00000400000000000000" pitchFamily="2" charset="0"/>
              </a:rPr>
              <a:t>ለማስረዳት</a:t>
            </a:r>
            <a:r>
              <a:rPr lang="en-US" b="1" dirty="0" smtClean="0">
                <a:latin typeface="Power Geez Unicode1" panose="00000400000000000000" pitchFamily="2" charset="0"/>
              </a:rPr>
              <a:t> </a:t>
            </a:r>
            <a:r>
              <a:rPr lang="en-US" b="1" dirty="0" err="1" smtClean="0">
                <a:latin typeface="Power Geez Unicode1" panose="00000400000000000000" pitchFamily="2" charset="0"/>
              </a:rPr>
              <a:t>ምድራዊ</a:t>
            </a:r>
            <a:r>
              <a:rPr lang="en-US" b="1" dirty="0" smtClean="0">
                <a:latin typeface="Power Geez Unicode1" panose="00000400000000000000" pitchFamily="2" charset="0"/>
              </a:rPr>
              <a:t> </a:t>
            </a:r>
            <a:r>
              <a:rPr lang="en-US" b="1" dirty="0" err="1" smtClean="0">
                <a:latin typeface="Power Geez Unicode1" panose="00000400000000000000" pitchFamily="2" charset="0"/>
              </a:rPr>
              <a:t>ምሳሌዎችን</a:t>
            </a:r>
            <a:r>
              <a:rPr lang="en-US" b="1" dirty="0" smtClean="0">
                <a:latin typeface="Power Geez Unicode1" panose="00000400000000000000" pitchFamily="2" charset="0"/>
              </a:rPr>
              <a:t> </a:t>
            </a:r>
            <a:r>
              <a:rPr lang="en-US" b="1" dirty="0" err="1" smtClean="0">
                <a:latin typeface="Power Geez Unicode1" panose="00000400000000000000" pitchFamily="2" charset="0"/>
              </a:rPr>
              <a:t>የጠቀማመሉ</a:t>
            </a:r>
            <a:r>
              <a:rPr lang="en-US" b="1" dirty="0" smtClean="0">
                <a:latin typeface="Power Geez Unicode1" panose="00000400000000000000" pitchFamily="2" charset="0"/>
              </a:rPr>
              <a:t>፡፡ </a:t>
            </a:r>
            <a:r>
              <a:rPr lang="en-US" b="1" dirty="0" err="1" smtClean="0">
                <a:latin typeface="Power Geez Unicode1" panose="00000400000000000000" pitchFamily="2" charset="0"/>
              </a:rPr>
              <a:t>ሆኖም</a:t>
            </a:r>
            <a:r>
              <a:rPr lang="en-US" b="1" dirty="0" smtClean="0">
                <a:latin typeface="Power Geez Unicode1" panose="00000400000000000000" pitchFamily="2" charset="0"/>
              </a:rPr>
              <a:t> </a:t>
            </a:r>
            <a:r>
              <a:rPr lang="en-US" b="1" dirty="0" err="1" smtClean="0">
                <a:latin typeface="Power Geez Unicode1" panose="00000400000000000000" pitchFamily="2" charset="0"/>
              </a:rPr>
              <a:t>እነዚህ</a:t>
            </a:r>
            <a:r>
              <a:rPr lang="en-US" b="1" dirty="0" smtClean="0">
                <a:latin typeface="Power Geez Unicode1" panose="00000400000000000000" pitchFamily="2" charset="0"/>
              </a:rPr>
              <a:t> </a:t>
            </a:r>
            <a:r>
              <a:rPr lang="en-US" b="1" dirty="0" err="1" smtClean="0">
                <a:latin typeface="Power Geez Unicode1" panose="00000400000000000000" pitchFamily="2" charset="0"/>
              </a:rPr>
              <a:t>ምሳሌዎች</a:t>
            </a:r>
            <a:r>
              <a:rPr lang="en-US" b="1" dirty="0" smtClean="0">
                <a:latin typeface="Power Geez Unicode1" panose="00000400000000000000" pitchFamily="2" charset="0"/>
              </a:rPr>
              <a:t> </a:t>
            </a:r>
            <a:r>
              <a:rPr lang="en-US" b="1" dirty="0" err="1" smtClean="0">
                <a:latin typeface="Power Geez Unicode1" panose="00000400000000000000" pitchFamily="2" charset="0"/>
              </a:rPr>
              <a:t>የእግዚአብሄርን</a:t>
            </a:r>
            <a:r>
              <a:rPr lang="en-US" b="1" dirty="0" smtClean="0">
                <a:latin typeface="Power Geez Unicode1" panose="00000400000000000000" pitchFamily="2" charset="0"/>
              </a:rPr>
              <a:t> </a:t>
            </a:r>
            <a:r>
              <a:rPr lang="en-US" b="1" dirty="0" err="1" smtClean="0">
                <a:latin typeface="Power Geez Unicode1" panose="00000400000000000000" pitchFamily="2" charset="0"/>
              </a:rPr>
              <a:t>ማንነት</a:t>
            </a:r>
            <a:r>
              <a:rPr lang="en-US" b="1" dirty="0" smtClean="0">
                <a:latin typeface="Power Geez Unicode1" panose="00000400000000000000" pitchFamily="2" charset="0"/>
              </a:rPr>
              <a:t> </a:t>
            </a:r>
            <a:r>
              <a:rPr lang="en-US" b="1" dirty="0" err="1" smtClean="0">
                <a:latin typeface="Power Geez Unicode1" panose="00000400000000000000" pitchFamily="2" charset="0"/>
              </a:rPr>
              <a:t>በተ</a:t>
            </a:r>
            <a:r>
              <a:rPr lang="am-ET" b="1" dirty="0" smtClean="0">
                <a:latin typeface="Power Geez Unicode1" panose="00000400000000000000" pitchFamily="2" charset="0"/>
              </a:rPr>
              <a:t>ሟ</a:t>
            </a:r>
            <a:r>
              <a:rPr lang="en-US" b="1" dirty="0" smtClean="0">
                <a:latin typeface="Power Geez Unicode1" panose="00000400000000000000" pitchFamily="2" charset="0"/>
              </a:rPr>
              <a:t>ላ </a:t>
            </a:r>
            <a:r>
              <a:rPr lang="en-US" b="1" dirty="0" err="1" smtClean="0">
                <a:latin typeface="Power Geez Unicode1" panose="00000400000000000000" pitchFamily="2" charset="0"/>
              </a:rPr>
              <a:t>መንገድ</a:t>
            </a:r>
            <a:r>
              <a:rPr lang="en-US" b="1" dirty="0" smtClean="0">
                <a:latin typeface="Power Geez Unicode1" panose="00000400000000000000" pitchFamily="2" charset="0"/>
              </a:rPr>
              <a:t> </a:t>
            </a:r>
            <a:r>
              <a:rPr lang="en-US" b="1" dirty="0" err="1" smtClean="0">
                <a:latin typeface="Power Geez Unicode1" panose="00000400000000000000" pitchFamily="2" charset="0"/>
              </a:rPr>
              <a:t>አይገልጹም</a:t>
            </a:r>
            <a:r>
              <a:rPr lang="en-US" b="1" dirty="0" smtClean="0">
                <a:latin typeface="Power Geez Unicode1" panose="00000400000000000000" pitchFamily="2" charset="0"/>
              </a:rPr>
              <a:t>፡፡</a:t>
            </a:r>
            <a:endParaRPr lang="en-US" b="1" dirty="0">
              <a:latin typeface="Power Geez Unicode1" panose="00000400000000000000" pitchFamily="2" charset="0"/>
            </a:endParaRPr>
          </a:p>
          <a:p>
            <a:endParaRPr lang="en-US" dirty="0"/>
          </a:p>
        </p:txBody>
      </p:sp>
    </p:spTree>
    <p:extLst>
      <p:ext uri="{BB962C8B-B14F-4D97-AF65-F5344CB8AC3E}">
        <p14:creationId xmlns:p14="http://schemas.microsoft.com/office/powerpoint/2010/main" val="3619782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flipV="1">
            <a:off x="457200" y="0"/>
            <a:ext cx="8229600" cy="274638"/>
          </a:xfrm>
        </p:spPr>
        <p:txBody>
          <a:bodyPr>
            <a:normAutofit fontScale="90000"/>
          </a:bodyPr>
          <a:lstStyle/>
          <a:p>
            <a:endParaRPr lang="en-US" dirty="0"/>
          </a:p>
        </p:txBody>
      </p:sp>
      <p:sp>
        <p:nvSpPr>
          <p:cNvPr id="3" name="Content Placeholder 2"/>
          <p:cNvSpPr>
            <a:spLocks noGrp="1"/>
          </p:cNvSpPr>
          <p:nvPr>
            <p:ph idx="1"/>
          </p:nvPr>
        </p:nvSpPr>
        <p:spPr>
          <a:xfrm>
            <a:off x="152400" y="304800"/>
            <a:ext cx="8839200" cy="6477000"/>
          </a:xfrm>
        </p:spPr>
        <p:txBody>
          <a:bodyPr>
            <a:normAutofit fontScale="77500" lnSpcReduction="20000"/>
          </a:bodyPr>
          <a:lstStyle/>
          <a:p>
            <a:pPr marL="0" indent="0" algn="just">
              <a:lnSpc>
                <a:spcPct val="160000"/>
              </a:lnSpc>
              <a:buNone/>
            </a:pPr>
            <a:r>
              <a:rPr lang="en-US" b="1" dirty="0" smtClean="0">
                <a:solidFill>
                  <a:srgbClr val="FF0000"/>
                </a:solidFill>
                <a:latin typeface="Power Geez Unicode1" panose="00000400000000000000" pitchFamily="2" charset="0"/>
              </a:rPr>
              <a:t>መ) </a:t>
            </a:r>
            <a:r>
              <a:rPr lang="en-US" b="1" dirty="0" err="1" smtClean="0">
                <a:solidFill>
                  <a:srgbClr val="FF0000"/>
                </a:solidFill>
                <a:latin typeface="Power Geez Unicode1" panose="00000400000000000000" pitchFamily="2" charset="0"/>
              </a:rPr>
              <a:t>ስለ</a:t>
            </a:r>
            <a:r>
              <a:rPr lang="en-US" b="1" dirty="0" smtClean="0">
                <a:solidFill>
                  <a:srgbClr val="FF0000"/>
                </a:solidFill>
                <a:latin typeface="Power Geez Unicode1" panose="00000400000000000000" pitchFamily="2" charset="0"/>
              </a:rPr>
              <a:t> </a:t>
            </a:r>
            <a:r>
              <a:rPr lang="en-US" b="1" dirty="0" err="1" smtClean="0">
                <a:solidFill>
                  <a:srgbClr val="FF0000"/>
                </a:solidFill>
                <a:latin typeface="Power Geez Unicode1" panose="00000400000000000000" pitchFamily="2" charset="0"/>
              </a:rPr>
              <a:t>መንፈስ</a:t>
            </a:r>
            <a:r>
              <a:rPr lang="en-US" b="1" dirty="0" smtClean="0">
                <a:solidFill>
                  <a:srgbClr val="FF0000"/>
                </a:solidFill>
                <a:latin typeface="Power Geez Unicode1" panose="00000400000000000000" pitchFamily="2" charset="0"/>
              </a:rPr>
              <a:t> </a:t>
            </a:r>
            <a:r>
              <a:rPr lang="en-US" b="1" dirty="0" err="1" smtClean="0">
                <a:solidFill>
                  <a:srgbClr val="FF0000"/>
                </a:solidFill>
                <a:latin typeface="Power Geez Unicode1" panose="00000400000000000000" pitchFamily="2" charset="0"/>
              </a:rPr>
              <a:t>ቅዱስ</a:t>
            </a:r>
            <a:r>
              <a:rPr lang="en-US" b="1" dirty="0" smtClean="0">
                <a:solidFill>
                  <a:srgbClr val="FF0000"/>
                </a:solidFill>
                <a:latin typeface="Power Geez Unicode1" panose="00000400000000000000" pitchFamily="2" charset="0"/>
              </a:rPr>
              <a:t> </a:t>
            </a:r>
            <a:r>
              <a:rPr lang="en-US" b="1" dirty="0" err="1" smtClean="0">
                <a:solidFill>
                  <a:srgbClr val="FF0000"/>
                </a:solidFill>
                <a:latin typeface="Power Geez Unicode1" panose="00000400000000000000" pitchFamily="2" charset="0"/>
              </a:rPr>
              <a:t>አምላክነት</a:t>
            </a:r>
            <a:r>
              <a:rPr lang="en-US" b="1" dirty="0" smtClean="0">
                <a:solidFill>
                  <a:srgbClr val="FF0000"/>
                </a:solidFill>
                <a:latin typeface="Power Geez Unicode1" panose="00000400000000000000" pitchFamily="2" charset="0"/>
              </a:rPr>
              <a:t> </a:t>
            </a:r>
          </a:p>
          <a:p>
            <a:pPr algn="just">
              <a:lnSpc>
                <a:spcPct val="160000"/>
              </a:lnSpc>
              <a:buFont typeface="Wingdings" panose="05000000000000000000" pitchFamily="2" charset="2"/>
              <a:buChar char="v"/>
            </a:pPr>
            <a:r>
              <a:rPr lang="en-US" b="1" dirty="0">
                <a:solidFill>
                  <a:srgbClr val="FF0000"/>
                </a:solidFill>
                <a:latin typeface="Power Geez Unicode1" panose="00000400000000000000" pitchFamily="2" charset="0"/>
              </a:rPr>
              <a:t> </a:t>
            </a:r>
            <a:r>
              <a:rPr lang="am-ET" b="1" dirty="0" smtClean="0"/>
              <a:t>መዝ 95፡6-8</a:t>
            </a:r>
            <a:r>
              <a:rPr lang="en-US" b="1" dirty="0" smtClean="0">
                <a:latin typeface="Power Geez Unicode1" panose="00000400000000000000" pitchFamily="2" charset="0"/>
              </a:rPr>
              <a:t> - </a:t>
            </a:r>
            <a:r>
              <a:rPr lang="am-ET" b="1" dirty="0" smtClean="0"/>
              <a:t>“ኑ</a:t>
            </a:r>
            <a:r>
              <a:rPr lang="am-ET" b="1" dirty="0"/>
              <a:t>፥ እንስገድ ለእርሱም እንገዛ በእርሱ ባደረገን </a:t>
            </a:r>
            <a:r>
              <a:rPr lang="am-ET" b="1" dirty="0">
                <a:solidFill>
                  <a:srgbClr val="7030A0"/>
                </a:solidFill>
              </a:rPr>
              <a:t>በእግዚአብሔር (</a:t>
            </a:r>
            <a:r>
              <a:rPr lang="am-ET" b="1" dirty="0"/>
              <a:t>ያሕዌ) ፊት እንበርከክ፤ እርሱ አምላካችን ነውና፥ እኛ የማሰማርያው ሕዝብ የእጁም በጎች ነንና። በምድረ በዳ እንደ ተፈታተኑትእንዳስቈጡት ጊዜ፥ ዛሬ ድምፁን ብትሰሙ ልባችሁን አታጽኑ</a:t>
            </a:r>
            <a:r>
              <a:rPr lang="am-ET" b="1" dirty="0" smtClean="0"/>
              <a:t>።”</a:t>
            </a:r>
            <a:endParaRPr lang="en-US" b="1" dirty="0" smtClean="0">
              <a:latin typeface="Power Geez Unicode1" panose="00000400000000000000" pitchFamily="2" charset="0"/>
            </a:endParaRPr>
          </a:p>
          <a:p>
            <a:pPr algn="just">
              <a:lnSpc>
                <a:spcPct val="160000"/>
              </a:lnSpc>
              <a:buFont typeface="Wingdings" panose="05000000000000000000" pitchFamily="2" charset="2"/>
              <a:buChar char="v"/>
            </a:pPr>
            <a:r>
              <a:rPr lang="en-US" b="1" dirty="0">
                <a:solidFill>
                  <a:srgbClr val="FF0000"/>
                </a:solidFill>
                <a:latin typeface="Power Geez Unicode1" panose="00000400000000000000" pitchFamily="2" charset="0"/>
              </a:rPr>
              <a:t> </a:t>
            </a:r>
            <a:r>
              <a:rPr lang="am-ET" b="1" dirty="0" smtClean="0"/>
              <a:t>ዕብ 3፡7-9</a:t>
            </a:r>
            <a:r>
              <a:rPr lang="en-US" b="1" dirty="0" smtClean="0">
                <a:latin typeface="Power Geez Unicode1" panose="00000400000000000000" pitchFamily="2" charset="0"/>
              </a:rPr>
              <a:t> </a:t>
            </a:r>
            <a:r>
              <a:rPr lang="en-US" b="1" dirty="0" err="1" smtClean="0">
                <a:latin typeface="Power Geez Unicode1" panose="00000400000000000000" pitchFamily="2" charset="0"/>
              </a:rPr>
              <a:t>እንዲህ</a:t>
            </a:r>
            <a:r>
              <a:rPr lang="en-US" b="1" dirty="0" smtClean="0">
                <a:latin typeface="Power Geez Unicode1" panose="00000400000000000000" pitchFamily="2" charset="0"/>
              </a:rPr>
              <a:t> </a:t>
            </a:r>
            <a:r>
              <a:rPr lang="en-US" b="1" dirty="0" err="1" smtClean="0">
                <a:latin typeface="Power Geez Unicode1" panose="00000400000000000000" pitchFamily="2" charset="0"/>
              </a:rPr>
              <a:t>ይላል</a:t>
            </a:r>
            <a:r>
              <a:rPr lang="en-US" b="1" dirty="0" smtClean="0">
                <a:latin typeface="Power Geez Unicode1" panose="00000400000000000000" pitchFamily="2" charset="0"/>
              </a:rPr>
              <a:t>፡-</a:t>
            </a:r>
            <a:r>
              <a:rPr lang="en-US" b="1" dirty="0">
                <a:solidFill>
                  <a:srgbClr val="FF0000"/>
                </a:solidFill>
                <a:latin typeface="Power Geez Unicode1" panose="00000400000000000000" pitchFamily="2" charset="0"/>
              </a:rPr>
              <a:t> </a:t>
            </a:r>
            <a:r>
              <a:rPr lang="am-ET" b="1" dirty="0" smtClean="0"/>
              <a:t>“</a:t>
            </a:r>
            <a:r>
              <a:rPr lang="am-ET" b="1" dirty="0">
                <a:solidFill>
                  <a:srgbClr val="7030A0"/>
                </a:solidFill>
              </a:rPr>
              <a:t>ስለዚህ መንፈስ ቅዱስ እንደሚል</a:t>
            </a:r>
            <a:r>
              <a:rPr lang="am-ET" b="1" dirty="0"/>
              <a:t>። ዛሬ ድምፁን ብትሰሙት፥ አባቶቻችሁ እኔን </a:t>
            </a:r>
            <a:r>
              <a:rPr lang="am-ET" b="1" dirty="0" smtClean="0"/>
              <a:t>የፈተኑበት</a:t>
            </a:r>
            <a:r>
              <a:rPr lang="en-US" b="1" dirty="0" smtClean="0"/>
              <a:t> </a:t>
            </a:r>
            <a:r>
              <a:rPr lang="am-ET" b="1" dirty="0" smtClean="0"/>
              <a:t>የመረመሩበትም </a:t>
            </a:r>
            <a:r>
              <a:rPr lang="am-ET" b="1" dirty="0"/>
              <a:t>አርባ ዓመትም ሥራዬን ያዩበት በምድረ በዳ በፈተና ቀን በማስመረር እንደ ሆነ፥ ልባችሁን እልከኛ አታድርጉ</a:t>
            </a:r>
            <a:r>
              <a:rPr lang="am-ET" b="1" dirty="0" smtClean="0"/>
              <a:t>።”</a:t>
            </a:r>
            <a:endParaRPr lang="en-US" b="1" dirty="0">
              <a:solidFill>
                <a:srgbClr val="FF0000"/>
              </a:solidFill>
              <a:latin typeface="Power Geez Unicode1" panose="00000400000000000000" pitchFamily="2" charset="0"/>
            </a:endParaRPr>
          </a:p>
        </p:txBody>
      </p:sp>
    </p:spTree>
    <p:extLst>
      <p:ext uri="{BB962C8B-B14F-4D97-AF65-F5344CB8AC3E}">
        <p14:creationId xmlns:p14="http://schemas.microsoft.com/office/powerpoint/2010/main" val="1624143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1000"/>
                                        <p:tgtEl>
                                          <p:spTgt spid="3">
                                            <p:txEl>
                                              <p:pRg st="2" end="2"/>
                                            </p:txEl>
                                          </p:spTgt>
                                        </p:tgtEl>
                                      </p:cBhvr>
                                    </p:animEffect>
                                    <p:anim calcmode="lin" valueType="num">
                                      <p:cBhvr>
                                        <p:cTn id="2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flipV="1">
            <a:off x="457200" y="228600"/>
            <a:ext cx="8229600" cy="46038"/>
          </a:xfrm>
        </p:spPr>
        <p:txBody>
          <a:bodyPr>
            <a:normAutofit fontScale="90000"/>
          </a:bodyPr>
          <a:lstStyle/>
          <a:p>
            <a:endParaRPr lang="en-US" dirty="0"/>
          </a:p>
        </p:txBody>
      </p:sp>
      <p:sp>
        <p:nvSpPr>
          <p:cNvPr id="3" name="Content Placeholder 2"/>
          <p:cNvSpPr>
            <a:spLocks noGrp="1"/>
          </p:cNvSpPr>
          <p:nvPr>
            <p:ph idx="1"/>
          </p:nvPr>
        </p:nvSpPr>
        <p:spPr>
          <a:xfrm>
            <a:off x="76200" y="381000"/>
            <a:ext cx="8915400" cy="6705600"/>
          </a:xfrm>
        </p:spPr>
        <p:txBody>
          <a:bodyPr>
            <a:normAutofit fontScale="62500" lnSpcReduction="20000"/>
          </a:bodyPr>
          <a:lstStyle/>
          <a:p>
            <a:pPr algn="just">
              <a:lnSpc>
                <a:spcPct val="170000"/>
              </a:lnSpc>
            </a:pPr>
            <a:r>
              <a:rPr lang="am-ET" b="1" dirty="0" smtClean="0">
                <a:solidFill>
                  <a:srgbClr val="00B050"/>
                </a:solidFill>
              </a:rPr>
              <a:t>ኢሳ 6፡5-10</a:t>
            </a:r>
            <a:r>
              <a:rPr lang="en-US" b="1" dirty="0" smtClean="0">
                <a:solidFill>
                  <a:srgbClr val="00B050"/>
                </a:solidFill>
                <a:latin typeface="Power Geez Unicode1" panose="00000400000000000000" pitchFamily="2" charset="0"/>
              </a:rPr>
              <a:t>  </a:t>
            </a:r>
            <a:r>
              <a:rPr lang="en-US" b="1" dirty="0" err="1" smtClean="0">
                <a:solidFill>
                  <a:srgbClr val="00B050"/>
                </a:solidFill>
                <a:latin typeface="Power Geez Unicode1" panose="00000400000000000000" pitchFamily="2" charset="0"/>
              </a:rPr>
              <a:t>እንዲህ</a:t>
            </a:r>
            <a:r>
              <a:rPr lang="en-US" b="1" dirty="0" smtClean="0">
                <a:solidFill>
                  <a:srgbClr val="00B050"/>
                </a:solidFill>
                <a:latin typeface="Power Geez Unicode1" panose="00000400000000000000" pitchFamily="2" charset="0"/>
              </a:rPr>
              <a:t> </a:t>
            </a:r>
            <a:r>
              <a:rPr lang="en-US" b="1" dirty="0" err="1" smtClean="0">
                <a:solidFill>
                  <a:srgbClr val="00B050"/>
                </a:solidFill>
                <a:latin typeface="Power Geez Unicode1" panose="00000400000000000000" pitchFamily="2" charset="0"/>
              </a:rPr>
              <a:t>ይላል</a:t>
            </a:r>
            <a:r>
              <a:rPr lang="en-US" b="1" dirty="0" smtClean="0">
                <a:solidFill>
                  <a:srgbClr val="00B050"/>
                </a:solidFill>
                <a:latin typeface="Power Geez Unicode1" panose="00000400000000000000" pitchFamily="2" charset="0"/>
              </a:rPr>
              <a:t>፡-</a:t>
            </a:r>
            <a:r>
              <a:rPr lang="en-US" b="1" dirty="0">
                <a:solidFill>
                  <a:srgbClr val="00B050"/>
                </a:solidFill>
                <a:latin typeface="Power Geez Unicode1" panose="00000400000000000000" pitchFamily="2" charset="0"/>
              </a:rPr>
              <a:t> </a:t>
            </a:r>
            <a:r>
              <a:rPr lang="am-ET" b="1" dirty="0"/>
              <a:t>“</a:t>
            </a:r>
            <a:r>
              <a:rPr lang="en-US" b="1" dirty="0" smtClean="0">
                <a:latin typeface="Power Geez Unicode1" panose="00000400000000000000" pitchFamily="2" charset="0"/>
              </a:rPr>
              <a:t>. . . </a:t>
            </a:r>
            <a:r>
              <a:rPr lang="en-US" b="1" dirty="0" err="1" smtClean="0">
                <a:solidFill>
                  <a:srgbClr val="7030A0"/>
                </a:solidFill>
              </a:rPr>
              <a:t>አይኖቼ</a:t>
            </a:r>
            <a:r>
              <a:rPr lang="en-US" b="1" dirty="0" smtClean="0">
                <a:solidFill>
                  <a:srgbClr val="7030A0"/>
                </a:solidFill>
              </a:rPr>
              <a:t> </a:t>
            </a:r>
            <a:r>
              <a:rPr lang="am-ET" b="1" dirty="0" smtClean="0">
                <a:solidFill>
                  <a:srgbClr val="7030A0"/>
                </a:solidFill>
              </a:rPr>
              <a:t>የሠራዊትን </a:t>
            </a:r>
            <a:r>
              <a:rPr lang="am-ET" b="1" dirty="0">
                <a:solidFill>
                  <a:srgbClr val="7030A0"/>
                </a:solidFill>
              </a:rPr>
              <a:t>ጌታ (አዶናይ) ንጉሡን እግዚአብሔርን </a:t>
            </a:r>
            <a:r>
              <a:rPr lang="am-ET" b="1" dirty="0"/>
              <a:t>(ያሕዌን) ስለ አዩ ጠፍቻለሁና ወዮልኝ! አልሁም፦ … እርሱም (አዶናይ) ሂድ ይህን ሕዝብ። መስማትን ትሰማላችሁ አታስተውሉምም ማየትንም ታያላችሁ አትመለከቱምም በላቸው። በዓይናቸው እንዳያዩ፥ በጆሮአቸውም እንዳይሰሙ፥ በልባቸውም እንዳያስተውሉ፥ ተመልሰው እንዳይፈወሱ፥ የዚህን ሕዝብ ልብ አደንድን፥ ጆሮአቸውንም አደንቍር፥ ዓይናቸውንም ጨፍን አለኝ።” </a:t>
            </a:r>
            <a:endParaRPr lang="en-US" b="1" dirty="0" smtClean="0">
              <a:latin typeface="Power Geez Unicode1" panose="00000400000000000000" pitchFamily="2" charset="0"/>
            </a:endParaRPr>
          </a:p>
          <a:p>
            <a:pPr algn="just">
              <a:lnSpc>
                <a:spcPct val="170000"/>
              </a:lnSpc>
            </a:pPr>
            <a:r>
              <a:rPr lang="am-ET" b="1" dirty="0" smtClean="0">
                <a:solidFill>
                  <a:srgbClr val="00B050"/>
                </a:solidFill>
              </a:rPr>
              <a:t>ሐዋ 28፡25-28</a:t>
            </a:r>
            <a:r>
              <a:rPr lang="en-US" b="1" dirty="0" smtClean="0">
                <a:solidFill>
                  <a:srgbClr val="00B050"/>
                </a:solidFill>
                <a:latin typeface="Power Geez Unicode1" panose="00000400000000000000" pitchFamily="2" charset="0"/>
              </a:rPr>
              <a:t>  </a:t>
            </a:r>
            <a:r>
              <a:rPr lang="en-US" b="1" dirty="0" err="1" smtClean="0">
                <a:solidFill>
                  <a:srgbClr val="00B050"/>
                </a:solidFill>
                <a:latin typeface="Power Geez Unicode1" panose="00000400000000000000" pitchFamily="2" charset="0"/>
              </a:rPr>
              <a:t>እንዲህ</a:t>
            </a:r>
            <a:r>
              <a:rPr lang="en-US" b="1" dirty="0" smtClean="0">
                <a:solidFill>
                  <a:srgbClr val="00B050"/>
                </a:solidFill>
                <a:latin typeface="Power Geez Unicode1" panose="00000400000000000000" pitchFamily="2" charset="0"/>
              </a:rPr>
              <a:t> </a:t>
            </a:r>
            <a:r>
              <a:rPr lang="en-US" b="1" dirty="0" err="1" smtClean="0">
                <a:solidFill>
                  <a:srgbClr val="00B050"/>
                </a:solidFill>
                <a:latin typeface="Power Geez Unicode1" panose="00000400000000000000" pitchFamily="2" charset="0"/>
              </a:rPr>
              <a:t>ይላል</a:t>
            </a:r>
            <a:r>
              <a:rPr lang="en-US" b="1" dirty="0" smtClean="0">
                <a:solidFill>
                  <a:srgbClr val="00B050"/>
                </a:solidFill>
                <a:latin typeface="Power Geez Unicode1" panose="00000400000000000000" pitchFamily="2" charset="0"/>
              </a:rPr>
              <a:t>፡- </a:t>
            </a:r>
            <a:r>
              <a:rPr lang="am-ET" b="1" dirty="0"/>
              <a:t>“…እንዲህም አለ፦ </a:t>
            </a:r>
            <a:r>
              <a:rPr lang="am-ET" b="1" dirty="0">
                <a:solidFill>
                  <a:srgbClr val="7030A0"/>
                </a:solidFill>
              </a:rPr>
              <a:t>መንፈስ ቅዱስ በነቢዩ በኢሳይያስ ለአባቶቻችን። </a:t>
            </a:r>
            <a:r>
              <a:rPr lang="am-ET" b="1" dirty="0"/>
              <a:t>ወደዚህ ሕዝብ ሂድና። መስማትን ትሰማላችሁና አታስተውሉም፥ ማየትንም ታያላችሁና አትመለከቱም፤ በዓይናቸው እንዳያዩ በጆሮአቸው እንዳይሰሙ በልባቸውም እንዳያስተውሉ ተመልሰውም እንዳልፈውሳቸው፥ የዚህ ሕዝብ ልብ ደንድኖአል ጆሮአቸውም ደንቁሮአል ዓይናቸውንም ጨፍነዋል በላቸው ሲል መልካም ተናገረ። እንግዲህ ይህ የእግዚአብሔር ደኅንነት ለአሕዛብ እንደ ተላከ በእናንተ ዘንድ የታወቀ ይሁን፤ እነርሱ ደግሞ ይሰሙታል</a:t>
            </a:r>
            <a:r>
              <a:rPr lang="am-ET" b="1" dirty="0" smtClean="0"/>
              <a:t>።”</a:t>
            </a:r>
            <a:endParaRPr lang="am-ET" b="1" dirty="0"/>
          </a:p>
        </p:txBody>
      </p:sp>
    </p:spTree>
    <p:extLst>
      <p:ext uri="{BB962C8B-B14F-4D97-AF65-F5344CB8AC3E}">
        <p14:creationId xmlns:p14="http://schemas.microsoft.com/office/powerpoint/2010/main" val="3049359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flipV="1">
            <a:off x="457200" y="76200"/>
            <a:ext cx="8229600" cy="198438"/>
          </a:xfrm>
        </p:spPr>
        <p:txBody>
          <a:bodyPr>
            <a:normAutofit fontScale="90000"/>
          </a:bodyPr>
          <a:lstStyle/>
          <a:p>
            <a:endParaRPr lang="en-US" dirty="0"/>
          </a:p>
        </p:txBody>
      </p:sp>
      <p:sp>
        <p:nvSpPr>
          <p:cNvPr id="3" name="Content Placeholder 2"/>
          <p:cNvSpPr>
            <a:spLocks noGrp="1"/>
          </p:cNvSpPr>
          <p:nvPr>
            <p:ph idx="1"/>
          </p:nvPr>
        </p:nvSpPr>
        <p:spPr>
          <a:xfrm>
            <a:off x="76200" y="304800"/>
            <a:ext cx="8991600" cy="6400800"/>
          </a:xfrm>
        </p:spPr>
        <p:txBody>
          <a:bodyPr>
            <a:normAutofit/>
          </a:bodyPr>
          <a:lstStyle/>
          <a:p>
            <a:pPr algn="just">
              <a:lnSpc>
                <a:spcPct val="160000"/>
              </a:lnSpc>
              <a:buFont typeface="Wingdings" panose="05000000000000000000" pitchFamily="2" charset="2"/>
              <a:buChar char="§"/>
            </a:pPr>
            <a:r>
              <a:rPr lang="en-US" b="1" dirty="0" err="1" smtClean="0">
                <a:latin typeface="Power Geez Unicode1" panose="00000400000000000000" pitchFamily="2" charset="0"/>
              </a:rPr>
              <a:t>ሐዋ</a:t>
            </a:r>
            <a:r>
              <a:rPr lang="am-ET" b="1" dirty="0" smtClean="0"/>
              <a:t> 5፡3-4</a:t>
            </a:r>
            <a:r>
              <a:rPr lang="en-US" b="1" dirty="0" smtClean="0">
                <a:latin typeface="Power Geez Unicode1" panose="00000400000000000000" pitchFamily="2" charset="0"/>
              </a:rPr>
              <a:t> </a:t>
            </a:r>
            <a:r>
              <a:rPr lang="en-US" b="1" dirty="0" err="1" smtClean="0">
                <a:latin typeface="Power Geez Unicode1" panose="00000400000000000000" pitchFamily="2" charset="0"/>
              </a:rPr>
              <a:t>እንዲህ</a:t>
            </a:r>
            <a:r>
              <a:rPr lang="en-US" b="1" dirty="0" smtClean="0">
                <a:latin typeface="Power Geez Unicode1" panose="00000400000000000000" pitchFamily="2" charset="0"/>
              </a:rPr>
              <a:t> </a:t>
            </a:r>
            <a:r>
              <a:rPr lang="en-US" b="1" dirty="0" err="1" smtClean="0">
                <a:latin typeface="Power Geez Unicode1" panose="00000400000000000000" pitchFamily="2" charset="0"/>
              </a:rPr>
              <a:t>ይላል</a:t>
            </a:r>
            <a:r>
              <a:rPr lang="en-US" b="1" dirty="0" smtClean="0">
                <a:latin typeface="Power Geez Unicode1" panose="00000400000000000000" pitchFamily="2" charset="0"/>
              </a:rPr>
              <a:t>፡-</a:t>
            </a:r>
            <a:r>
              <a:rPr lang="en-US" b="1" dirty="0">
                <a:latin typeface="Power Geez Unicode1" panose="00000400000000000000" pitchFamily="2" charset="0"/>
              </a:rPr>
              <a:t> </a:t>
            </a:r>
            <a:r>
              <a:rPr lang="am-ET" b="1" dirty="0" smtClean="0"/>
              <a:t>“</a:t>
            </a:r>
            <a:r>
              <a:rPr lang="am-ET" b="1" dirty="0"/>
              <a:t>ጴጥሮስም፦ ሐናንያ ሆይ፥ </a:t>
            </a:r>
            <a:r>
              <a:rPr lang="am-ET" b="1" dirty="0">
                <a:solidFill>
                  <a:srgbClr val="7030A0"/>
                </a:solidFill>
              </a:rPr>
              <a:t>መንፈስ ቅዱስን ታታልልና</a:t>
            </a:r>
            <a:r>
              <a:rPr lang="am-ET" b="1" dirty="0"/>
              <a:t> ከመሬቱ ሽያጭ ታስቀር ዘንድ ሰይጣን በልብህ ስለ ምን ሞላ? ሳትሸጠው የአንተ አልነበረምን? ከሸጥኸውስ በኋላ በሥልጣንህ አልነበረምን? ይህን ነገር ስለ ምን በልብህ አሰብህ?</a:t>
            </a:r>
            <a:r>
              <a:rPr lang="am-ET" b="1" dirty="0">
                <a:solidFill>
                  <a:srgbClr val="7030A0"/>
                </a:solidFill>
              </a:rPr>
              <a:t> እግዚአብሔርን እንጂ ሰውን አልዋሸህም</a:t>
            </a:r>
            <a:r>
              <a:rPr lang="am-ET" b="1" dirty="0"/>
              <a:t> አለው</a:t>
            </a:r>
            <a:r>
              <a:rPr lang="am-ET" b="1" dirty="0" smtClean="0"/>
              <a:t>።”</a:t>
            </a:r>
            <a:endParaRPr lang="en-US" b="1" dirty="0" smtClean="0">
              <a:latin typeface="Power Geez Unicode1" panose="00000400000000000000" pitchFamily="2" charset="0"/>
            </a:endParaRPr>
          </a:p>
          <a:p>
            <a:pPr marL="0" indent="0">
              <a:buNone/>
            </a:pPr>
            <a:endParaRPr lang="en-US" dirty="0"/>
          </a:p>
        </p:txBody>
      </p:sp>
    </p:spTree>
    <p:extLst>
      <p:ext uri="{BB962C8B-B14F-4D97-AF65-F5344CB8AC3E}">
        <p14:creationId xmlns:p14="http://schemas.microsoft.com/office/powerpoint/2010/main" val="28558825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flipV="1">
            <a:off x="457200" y="152400"/>
            <a:ext cx="8229600" cy="122238"/>
          </a:xfrm>
        </p:spPr>
        <p:txBody>
          <a:bodyPr>
            <a:normAutofit fontScale="90000"/>
          </a:bodyPr>
          <a:lstStyle/>
          <a:p>
            <a:endParaRPr lang="en-US" dirty="0"/>
          </a:p>
        </p:txBody>
      </p:sp>
      <p:sp>
        <p:nvSpPr>
          <p:cNvPr id="3" name="Content Placeholder 2"/>
          <p:cNvSpPr>
            <a:spLocks noGrp="1"/>
          </p:cNvSpPr>
          <p:nvPr>
            <p:ph idx="1"/>
          </p:nvPr>
        </p:nvSpPr>
        <p:spPr>
          <a:xfrm>
            <a:off x="152400" y="381000"/>
            <a:ext cx="8839200" cy="6553200"/>
          </a:xfrm>
        </p:spPr>
        <p:txBody>
          <a:bodyPr>
            <a:normAutofit fontScale="70000" lnSpcReduction="20000"/>
          </a:bodyPr>
          <a:lstStyle/>
          <a:p>
            <a:pPr>
              <a:lnSpc>
                <a:spcPct val="160000"/>
              </a:lnSpc>
              <a:buFont typeface="Wingdings" panose="05000000000000000000" pitchFamily="2" charset="2"/>
              <a:buChar char="v"/>
            </a:pPr>
            <a:r>
              <a:rPr lang="en-US" b="1" dirty="0" smtClean="0">
                <a:latin typeface="Power Geez Unicode1" panose="00000400000000000000" pitchFamily="2" charset="0"/>
              </a:rPr>
              <a:t> </a:t>
            </a:r>
            <a:r>
              <a:rPr lang="en-US" sz="4000" b="1" dirty="0" err="1" smtClean="0">
                <a:solidFill>
                  <a:srgbClr val="7030A0"/>
                </a:solidFill>
                <a:latin typeface="Power Geez Unicode1" panose="00000400000000000000" pitchFamily="2" charset="0"/>
              </a:rPr>
              <a:t>ስለመንፈስ</a:t>
            </a:r>
            <a:r>
              <a:rPr lang="en-US" sz="4000" b="1" dirty="0" smtClean="0">
                <a:solidFill>
                  <a:srgbClr val="7030A0"/>
                </a:solidFill>
                <a:latin typeface="Power Geez Unicode1" panose="00000400000000000000" pitchFamily="2" charset="0"/>
              </a:rPr>
              <a:t> </a:t>
            </a:r>
            <a:r>
              <a:rPr lang="en-US" sz="4000" b="1" dirty="0" err="1" smtClean="0">
                <a:solidFill>
                  <a:srgbClr val="7030A0"/>
                </a:solidFill>
                <a:latin typeface="Power Geez Unicode1" panose="00000400000000000000" pitchFamily="2" charset="0"/>
              </a:rPr>
              <a:t>ቅዱስ</a:t>
            </a:r>
            <a:r>
              <a:rPr lang="en-US" sz="4000" b="1" dirty="0" smtClean="0">
                <a:solidFill>
                  <a:srgbClr val="7030A0"/>
                </a:solidFill>
                <a:latin typeface="Power Geez Unicode1" panose="00000400000000000000" pitchFamily="2" charset="0"/>
              </a:rPr>
              <a:t> </a:t>
            </a:r>
            <a:r>
              <a:rPr lang="en-US" sz="4000" b="1" dirty="0" err="1" smtClean="0">
                <a:solidFill>
                  <a:srgbClr val="7030A0"/>
                </a:solidFill>
                <a:latin typeface="Power Geez Unicode1" panose="00000400000000000000" pitchFamily="2" charset="0"/>
              </a:rPr>
              <a:t>መለኮታዊነት</a:t>
            </a:r>
            <a:r>
              <a:rPr lang="en-US" sz="4000" b="1" dirty="0" smtClean="0">
                <a:solidFill>
                  <a:srgbClr val="7030A0"/>
                </a:solidFill>
                <a:latin typeface="Power Geez Unicode1" panose="00000400000000000000" pitchFamily="2" charset="0"/>
              </a:rPr>
              <a:t> </a:t>
            </a:r>
            <a:r>
              <a:rPr lang="en-US" sz="4000" b="1" dirty="0" err="1" smtClean="0">
                <a:solidFill>
                  <a:srgbClr val="7030A0"/>
                </a:solidFill>
                <a:latin typeface="Power Geez Unicode1" panose="00000400000000000000" pitchFamily="2" charset="0"/>
              </a:rPr>
              <a:t>ሌሎች</a:t>
            </a:r>
            <a:r>
              <a:rPr lang="en-US" sz="4000" b="1" dirty="0" smtClean="0">
                <a:solidFill>
                  <a:srgbClr val="7030A0"/>
                </a:solidFill>
                <a:latin typeface="Power Geez Unicode1" panose="00000400000000000000" pitchFamily="2" charset="0"/>
              </a:rPr>
              <a:t> </a:t>
            </a:r>
            <a:r>
              <a:rPr lang="en-US" sz="4000" b="1" dirty="0" err="1" smtClean="0">
                <a:solidFill>
                  <a:srgbClr val="7030A0"/>
                </a:solidFill>
                <a:latin typeface="Power Geez Unicode1" panose="00000400000000000000" pitchFamily="2" charset="0"/>
              </a:rPr>
              <a:t>የመጽሐፍ</a:t>
            </a:r>
            <a:r>
              <a:rPr lang="en-US" sz="4000" b="1" dirty="0" smtClean="0">
                <a:solidFill>
                  <a:srgbClr val="7030A0"/>
                </a:solidFill>
                <a:latin typeface="Power Geez Unicode1" panose="00000400000000000000" pitchFamily="2" charset="0"/>
              </a:rPr>
              <a:t> </a:t>
            </a:r>
            <a:r>
              <a:rPr lang="en-US" sz="4000" b="1" dirty="0" err="1" smtClean="0">
                <a:solidFill>
                  <a:srgbClr val="7030A0"/>
                </a:solidFill>
                <a:latin typeface="Power Geez Unicode1" panose="00000400000000000000" pitchFamily="2" charset="0"/>
              </a:rPr>
              <a:t>ቅዱስ</a:t>
            </a:r>
            <a:r>
              <a:rPr lang="en-US" sz="4000" b="1" dirty="0" smtClean="0">
                <a:solidFill>
                  <a:srgbClr val="7030A0"/>
                </a:solidFill>
                <a:latin typeface="Power Geez Unicode1" panose="00000400000000000000" pitchFamily="2" charset="0"/>
              </a:rPr>
              <a:t> </a:t>
            </a:r>
            <a:r>
              <a:rPr lang="en-US" sz="4000" b="1" dirty="0" err="1" smtClean="0">
                <a:solidFill>
                  <a:srgbClr val="7030A0"/>
                </a:solidFill>
                <a:latin typeface="Power Geez Unicode1" panose="00000400000000000000" pitchFamily="2" charset="0"/>
              </a:rPr>
              <a:t>ክፍሎች</a:t>
            </a:r>
            <a:endParaRPr lang="en-US" sz="4000" b="1" dirty="0" smtClean="0">
              <a:solidFill>
                <a:srgbClr val="7030A0"/>
              </a:solidFill>
              <a:latin typeface="Power Geez Unicode1" panose="00000400000000000000" pitchFamily="2" charset="0"/>
            </a:endParaRPr>
          </a:p>
          <a:p>
            <a:pPr>
              <a:lnSpc>
                <a:spcPct val="160000"/>
              </a:lnSpc>
            </a:pPr>
            <a:r>
              <a:rPr lang="en-US" b="1" dirty="0">
                <a:solidFill>
                  <a:srgbClr val="00B050"/>
                </a:solidFill>
                <a:latin typeface="Power Geez Unicode1" panose="00000400000000000000" pitchFamily="2" charset="0"/>
              </a:rPr>
              <a:t> </a:t>
            </a:r>
            <a:r>
              <a:rPr lang="am-ET" b="1" dirty="0">
                <a:solidFill>
                  <a:srgbClr val="00B050"/>
                </a:solidFill>
              </a:rPr>
              <a:t>ፈጣሪ ነው </a:t>
            </a:r>
            <a:r>
              <a:rPr lang="am-ET" b="1" dirty="0"/>
              <a:t>– ኢዮብ 33፡4፣ መዝሙር 33፡6፣ መዝሙር 104፡29-30፣ ኢዮብ 33፡4</a:t>
            </a:r>
          </a:p>
          <a:p>
            <a:pPr>
              <a:lnSpc>
                <a:spcPct val="160000"/>
              </a:lnSpc>
            </a:pPr>
            <a:r>
              <a:rPr lang="am-ET" b="1" dirty="0" smtClean="0">
                <a:solidFill>
                  <a:srgbClr val="00B050"/>
                </a:solidFill>
              </a:rPr>
              <a:t>በሁሉም </a:t>
            </a:r>
            <a:r>
              <a:rPr lang="am-ET" b="1" dirty="0">
                <a:solidFill>
                  <a:srgbClr val="00B050"/>
                </a:solidFill>
              </a:rPr>
              <a:t>ቦታ </a:t>
            </a:r>
            <a:r>
              <a:rPr lang="am-ET" b="1" dirty="0" smtClean="0">
                <a:solidFill>
                  <a:srgbClr val="00B050"/>
                </a:solidFill>
              </a:rPr>
              <a:t>የሚገኝ </a:t>
            </a:r>
            <a:r>
              <a:rPr lang="am-ET" b="1" dirty="0">
                <a:solidFill>
                  <a:srgbClr val="00B050"/>
                </a:solidFill>
              </a:rPr>
              <a:t>ነው </a:t>
            </a:r>
            <a:r>
              <a:rPr lang="am-ET" b="1" dirty="0"/>
              <a:t>– መዝሙር 139፡7-10፣ 1ቆሮንቶስ </a:t>
            </a:r>
            <a:r>
              <a:rPr lang="am-ET" b="1" dirty="0" smtClean="0"/>
              <a:t>2፡10-11</a:t>
            </a:r>
            <a:endParaRPr lang="en-US" b="1" dirty="0" smtClean="0"/>
          </a:p>
          <a:p>
            <a:pPr>
              <a:lnSpc>
                <a:spcPct val="160000"/>
              </a:lnSpc>
            </a:pPr>
            <a:r>
              <a:rPr lang="am-ET" b="1" dirty="0" smtClean="0">
                <a:solidFill>
                  <a:srgbClr val="00B050"/>
                </a:solidFill>
              </a:rPr>
              <a:t>ሁሉን አዋቂ </a:t>
            </a:r>
            <a:r>
              <a:rPr lang="am-ET" b="1" dirty="0">
                <a:solidFill>
                  <a:srgbClr val="00B050"/>
                </a:solidFill>
              </a:rPr>
              <a:t>ነው </a:t>
            </a:r>
            <a:r>
              <a:rPr lang="am-ET" b="1" dirty="0"/>
              <a:t>– ኢሳይያስ 40፡13፣ ዮሐንስ 14፡16፣ 1ቆሮንቶስ </a:t>
            </a:r>
            <a:r>
              <a:rPr lang="am-ET" b="1" dirty="0" smtClean="0"/>
              <a:t>2፡10-11</a:t>
            </a:r>
            <a:endParaRPr lang="en-US" b="1" dirty="0" smtClean="0"/>
          </a:p>
          <a:p>
            <a:pPr>
              <a:lnSpc>
                <a:spcPct val="160000"/>
              </a:lnSpc>
            </a:pPr>
            <a:r>
              <a:rPr lang="am-ET" b="1" dirty="0" smtClean="0">
                <a:solidFill>
                  <a:srgbClr val="00B050"/>
                </a:solidFill>
              </a:rPr>
              <a:t>ሁሉን ቻይ </a:t>
            </a:r>
            <a:r>
              <a:rPr lang="am-ET" b="1" dirty="0">
                <a:solidFill>
                  <a:srgbClr val="00B050"/>
                </a:solidFill>
              </a:rPr>
              <a:t>ነው </a:t>
            </a:r>
            <a:r>
              <a:rPr lang="am-ET" b="1" dirty="0"/>
              <a:t>– ሚክያ 2፡7፣ መዝሙር 104፡30፣ ማቴዎስ 12፡28፣ ሮሜ 15፡18-19</a:t>
            </a:r>
          </a:p>
          <a:p>
            <a:pPr>
              <a:lnSpc>
                <a:spcPct val="160000"/>
              </a:lnSpc>
            </a:pPr>
            <a:r>
              <a:rPr lang="am-ET" b="1" dirty="0">
                <a:solidFill>
                  <a:srgbClr val="00B050"/>
                </a:solidFill>
              </a:rPr>
              <a:t>ዘላለማዊ ነው </a:t>
            </a:r>
            <a:r>
              <a:rPr lang="am-ET" b="1" dirty="0"/>
              <a:t>– ኢሳይያስ 48፡16፣ ኢሳይያስ 61፡1፣ ዮሐንስ 14፡16፣ ዕብራውያን </a:t>
            </a:r>
            <a:r>
              <a:rPr lang="am-ET" b="1" dirty="0" smtClean="0"/>
              <a:t>9፡14</a:t>
            </a:r>
            <a:endParaRPr lang="am-ET" b="1" dirty="0"/>
          </a:p>
        </p:txBody>
      </p:sp>
    </p:spTree>
    <p:extLst>
      <p:ext uri="{BB962C8B-B14F-4D97-AF65-F5344CB8AC3E}">
        <p14:creationId xmlns:p14="http://schemas.microsoft.com/office/powerpoint/2010/main" val="31731913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flipV="1">
            <a:off x="457200" y="152400"/>
            <a:ext cx="8229600" cy="122238"/>
          </a:xfrm>
        </p:spPr>
        <p:txBody>
          <a:bodyPr>
            <a:normAutofit fontScale="90000"/>
          </a:bodyPr>
          <a:lstStyle/>
          <a:p>
            <a:endParaRPr lang="en-US" dirty="0"/>
          </a:p>
        </p:txBody>
      </p:sp>
      <p:sp>
        <p:nvSpPr>
          <p:cNvPr id="3" name="Content Placeholder 2"/>
          <p:cNvSpPr>
            <a:spLocks noGrp="1"/>
          </p:cNvSpPr>
          <p:nvPr>
            <p:ph idx="1"/>
          </p:nvPr>
        </p:nvSpPr>
        <p:spPr>
          <a:xfrm>
            <a:off x="76200" y="304800"/>
            <a:ext cx="8991600" cy="6477000"/>
          </a:xfrm>
        </p:spPr>
        <p:txBody>
          <a:bodyPr>
            <a:normAutofit fontScale="77500" lnSpcReduction="20000"/>
          </a:bodyPr>
          <a:lstStyle/>
          <a:p>
            <a:pPr>
              <a:lnSpc>
                <a:spcPct val="160000"/>
              </a:lnSpc>
              <a:buFont typeface="Wingdings" panose="05000000000000000000" pitchFamily="2" charset="2"/>
              <a:buChar char="v"/>
            </a:pPr>
            <a:r>
              <a:rPr lang="en-US" b="1" dirty="0">
                <a:solidFill>
                  <a:srgbClr val="7030A0"/>
                </a:solidFill>
                <a:latin typeface="Power Geez Unicode1" panose="00000400000000000000" pitchFamily="2" charset="0"/>
              </a:rPr>
              <a:t> </a:t>
            </a:r>
            <a:r>
              <a:rPr lang="en-US" b="1" dirty="0" err="1" smtClean="0">
                <a:solidFill>
                  <a:srgbClr val="7030A0"/>
                </a:solidFill>
                <a:latin typeface="Power Geez Unicode1" panose="00000400000000000000" pitchFamily="2" charset="0"/>
              </a:rPr>
              <a:t>መንፈስ</a:t>
            </a:r>
            <a:r>
              <a:rPr lang="en-US" b="1" dirty="0" smtClean="0">
                <a:solidFill>
                  <a:srgbClr val="7030A0"/>
                </a:solidFill>
                <a:latin typeface="Power Geez Unicode1" panose="00000400000000000000" pitchFamily="2" charset="0"/>
              </a:rPr>
              <a:t> </a:t>
            </a:r>
            <a:r>
              <a:rPr lang="en-US" b="1" dirty="0" err="1" smtClean="0">
                <a:solidFill>
                  <a:srgbClr val="7030A0"/>
                </a:solidFill>
                <a:latin typeface="Power Geez Unicode1" panose="00000400000000000000" pitchFamily="2" charset="0"/>
              </a:rPr>
              <a:t>ቅዱስ</a:t>
            </a:r>
            <a:r>
              <a:rPr lang="en-US" b="1" dirty="0" smtClean="0">
                <a:solidFill>
                  <a:srgbClr val="7030A0"/>
                </a:solidFill>
                <a:latin typeface="Power Geez Unicode1" panose="00000400000000000000" pitchFamily="2" charset="0"/>
              </a:rPr>
              <a:t> </a:t>
            </a:r>
            <a:r>
              <a:rPr lang="en-US" b="1" dirty="0" err="1" smtClean="0">
                <a:solidFill>
                  <a:srgbClr val="7030A0"/>
                </a:solidFill>
                <a:latin typeface="Power Geez Unicode1" panose="00000400000000000000" pitchFamily="2" charset="0"/>
              </a:rPr>
              <a:t>ማንነት</a:t>
            </a:r>
            <a:r>
              <a:rPr lang="en-US" b="1" dirty="0" smtClean="0">
                <a:solidFill>
                  <a:srgbClr val="7030A0"/>
                </a:solidFill>
                <a:latin typeface="Power Geez Unicode1" panose="00000400000000000000" pitchFamily="2" charset="0"/>
              </a:rPr>
              <a:t> </a:t>
            </a:r>
            <a:r>
              <a:rPr lang="en-US" b="1" dirty="0" err="1" smtClean="0">
                <a:solidFill>
                  <a:srgbClr val="7030A0"/>
                </a:solidFill>
                <a:latin typeface="Power Geez Unicode1" panose="00000400000000000000" pitchFamily="2" charset="0"/>
              </a:rPr>
              <a:t>ወይም</a:t>
            </a:r>
            <a:r>
              <a:rPr lang="en-US" b="1" dirty="0" smtClean="0">
                <a:solidFill>
                  <a:srgbClr val="7030A0"/>
                </a:solidFill>
                <a:latin typeface="Power Geez Unicode1" panose="00000400000000000000" pitchFamily="2" charset="0"/>
              </a:rPr>
              <a:t> </a:t>
            </a:r>
            <a:r>
              <a:rPr lang="en-US" b="1" dirty="0" err="1" smtClean="0">
                <a:solidFill>
                  <a:srgbClr val="7030A0"/>
                </a:solidFill>
                <a:latin typeface="Power Geez Unicode1" panose="00000400000000000000" pitchFamily="2" charset="0"/>
              </a:rPr>
              <a:t>አካል</a:t>
            </a:r>
            <a:r>
              <a:rPr lang="en-US" b="1" dirty="0" smtClean="0">
                <a:solidFill>
                  <a:srgbClr val="7030A0"/>
                </a:solidFill>
                <a:latin typeface="Power Geez Unicode1" panose="00000400000000000000" pitchFamily="2" charset="0"/>
              </a:rPr>
              <a:t> </a:t>
            </a:r>
            <a:r>
              <a:rPr lang="en-US" b="1" dirty="0" err="1" smtClean="0">
                <a:solidFill>
                  <a:srgbClr val="7030A0"/>
                </a:solidFill>
                <a:latin typeface="Power Geez Unicode1" panose="00000400000000000000" pitchFamily="2" charset="0"/>
              </a:rPr>
              <a:t>ያለው</a:t>
            </a:r>
            <a:r>
              <a:rPr lang="en-US" b="1" dirty="0" smtClean="0">
                <a:solidFill>
                  <a:srgbClr val="7030A0"/>
                </a:solidFill>
                <a:latin typeface="Power Geez Unicode1" panose="00000400000000000000" pitchFamily="2" charset="0"/>
              </a:rPr>
              <a:t> </a:t>
            </a:r>
            <a:r>
              <a:rPr lang="en-US" b="1" dirty="0" err="1" smtClean="0">
                <a:solidFill>
                  <a:srgbClr val="7030A0"/>
                </a:solidFill>
                <a:latin typeface="Power Geez Unicode1" panose="00000400000000000000" pitchFamily="2" charset="0"/>
              </a:rPr>
              <a:t>አምላክ</a:t>
            </a:r>
            <a:r>
              <a:rPr lang="en-US" b="1" dirty="0" smtClean="0">
                <a:solidFill>
                  <a:srgbClr val="7030A0"/>
                </a:solidFill>
                <a:latin typeface="Power Geez Unicode1" panose="00000400000000000000" pitchFamily="2" charset="0"/>
              </a:rPr>
              <a:t> </a:t>
            </a:r>
            <a:r>
              <a:rPr lang="en-US" b="1" dirty="0" err="1" smtClean="0">
                <a:solidFill>
                  <a:srgbClr val="7030A0"/>
                </a:solidFill>
                <a:latin typeface="Power Geez Unicode1" panose="00000400000000000000" pitchFamily="2" charset="0"/>
              </a:rPr>
              <a:t>እንጂ</a:t>
            </a:r>
            <a:r>
              <a:rPr lang="en-US" b="1" dirty="0" smtClean="0">
                <a:solidFill>
                  <a:srgbClr val="7030A0"/>
                </a:solidFill>
                <a:latin typeface="Power Geez Unicode1" panose="00000400000000000000" pitchFamily="2" charset="0"/>
              </a:rPr>
              <a:t> </a:t>
            </a:r>
            <a:r>
              <a:rPr lang="en-US" b="1" dirty="0" err="1" smtClean="0">
                <a:solidFill>
                  <a:srgbClr val="7030A0"/>
                </a:solidFill>
                <a:latin typeface="Power Geez Unicode1" panose="00000400000000000000" pitchFamily="2" charset="0"/>
              </a:rPr>
              <a:t>አካል</a:t>
            </a:r>
            <a:r>
              <a:rPr lang="en-US" b="1" dirty="0" smtClean="0">
                <a:solidFill>
                  <a:srgbClr val="7030A0"/>
                </a:solidFill>
                <a:latin typeface="Power Geez Unicode1" panose="00000400000000000000" pitchFamily="2" charset="0"/>
              </a:rPr>
              <a:t> </a:t>
            </a:r>
            <a:r>
              <a:rPr lang="en-US" b="1" dirty="0" err="1" smtClean="0">
                <a:solidFill>
                  <a:srgbClr val="7030A0"/>
                </a:solidFill>
                <a:latin typeface="Power Geez Unicode1" panose="00000400000000000000" pitchFamily="2" charset="0"/>
              </a:rPr>
              <a:t>የሌለው</a:t>
            </a:r>
            <a:r>
              <a:rPr lang="en-US" b="1" dirty="0" smtClean="0">
                <a:solidFill>
                  <a:srgbClr val="7030A0"/>
                </a:solidFill>
                <a:latin typeface="Power Geez Unicode1" panose="00000400000000000000" pitchFamily="2" charset="0"/>
              </a:rPr>
              <a:t> </a:t>
            </a:r>
            <a:r>
              <a:rPr lang="en-US" b="1" dirty="0" err="1" smtClean="0">
                <a:solidFill>
                  <a:srgbClr val="7030A0"/>
                </a:solidFill>
                <a:latin typeface="Power Geez Unicode1" panose="00000400000000000000" pitchFamily="2" charset="0"/>
              </a:rPr>
              <a:t>ኃይል</a:t>
            </a:r>
            <a:r>
              <a:rPr lang="en-US" b="1" dirty="0" smtClean="0">
                <a:solidFill>
                  <a:srgbClr val="7030A0"/>
                </a:solidFill>
                <a:latin typeface="Power Geez Unicode1" panose="00000400000000000000" pitchFamily="2" charset="0"/>
              </a:rPr>
              <a:t> </a:t>
            </a:r>
            <a:r>
              <a:rPr lang="en-US" b="1" dirty="0" err="1" smtClean="0">
                <a:solidFill>
                  <a:srgbClr val="7030A0"/>
                </a:solidFill>
                <a:latin typeface="Power Geez Unicode1" panose="00000400000000000000" pitchFamily="2" charset="0"/>
              </a:rPr>
              <a:t>እንዳለሆነ</a:t>
            </a:r>
            <a:endParaRPr lang="en-US" b="1" dirty="0" smtClean="0">
              <a:solidFill>
                <a:srgbClr val="7030A0"/>
              </a:solidFill>
              <a:latin typeface="Power Geez Unicode1" panose="00000400000000000000" pitchFamily="2" charset="0"/>
            </a:endParaRPr>
          </a:p>
          <a:p>
            <a:pPr>
              <a:lnSpc>
                <a:spcPct val="160000"/>
              </a:lnSpc>
            </a:pPr>
            <a:r>
              <a:rPr lang="am-ET" b="1" dirty="0">
                <a:solidFill>
                  <a:srgbClr val="00B050"/>
                </a:solidFill>
              </a:rPr>
              <a:t>ይናገራል</a:t>
            </a:r>
            <a:r>
              <a:rPr lang="am-ET" b="1" dirty="0"/>
              <a:t>:- 2 ሳሙኤል 23:2፣ የሐዋርያት ሥራ 8:29፣ የዮሐንስ ራዕይ 2፡7</a:t>
            </a:r>
          </a:p>
          <a:p>
            <a:pPr>
              <a:lnSpc>
                <a:spcPct val="160000"/>
              </a:lnSpc>
            </a:pPr>
            <a:r>
              <a:rPr lang="am-ET" b="1" dirty="0">
                <a:solidFill>
                  <a:srgbClr val="00B050"/>
                </a:solidFill>
              </a:rPr>
              <a:t>ይመራል:-</a:t>
            </a:r>
            <a:r>
              <a:rPr lang="am-ET" b="1" dirty="0"/>
              <a:t> ሮሜ 8 14፣ ዮሐንስ 16:13</a:t>
            </a:r>
          </a:p>
          <a:p>
            <a:pPr>
              <a:lnSpc>
                <a:spcPct val="160000"/>
              </a:lnSpc>
            </a:pPr>
            <a:r>
              <a:rPr lang="am-ET" b="1" dirty="0">
                <a:solidFill>
                  <a:srgbClr val="00B050"/>
                </a:solidFill>
              </a:rPr>
              <a:t>ይጠራል፣ ተልእኮዎችንም ይሰጣል</a:t>
            </a:r>
            <a:r>
              <a:rPr lang="am-ET" b="1" dirty="0"/>
              <a:t>፡- ሐዋርያት ሥራ 13፡2፣ 20:28</a:t>
            </a:r>
          </a:p>
          <a:p>
            <a:pPr>
              <a:lnSpc>
                <a:spcPct val="160000"/>
              </a:lnSpc>
            </a:pPr>
            <a:r>
              <a:rPr lang="am-ET" b="1" dirty="0">
                <a:solidFill>
                  <a:srgbClr val="00B050"/>
                </a:solidFill>
              </a:rPr>
              <a:t>ያዛል፡-</a:t>
            </a:r>
            <a:r>
              <a:rPr lang="am-ET" b="1" dirty="0"/>
              <a:t> የሐዋርያት ሥራ 8፡29</a:t>
            </a:r>
          </a:p>
          <a:p>
            <a:pPr>
              <a:lnSpc>
                <a:spcPct val="160000"/>
              </a:lnSpc>
            </a:pPr>
            <a:r>
              <a:rPr lang="am-ET" b="1" dirty="0">
                <a:solidFill>
                  <a:srgbClr val="00B050"/>
                </a:solidFill>
              </a:rPr>
              <a:t>በአማኞች ውስጥ ይኖራል፡-</a:t>
            </a:r>
            <a:r>
              <a:rPr lang="am-ET" b="1" dirty="0"/>
              <a:t> ዮሐንስ 14 17፣ 1 ቆሮንቶስ 6:19</a:t>
            </a:r>
          </a:p>
          <a:p>
            <a:pPr>
              <a:lnSpc>
                <a:spcPct val="160000"/>
              </a:lnSpc>
            </a:pPr>
            <a:r>
              <a:rPr lang="am-ET" b="1" dirty="0">
                <a:solidFill>
                  <a:srgbClr val="00B050"/>
                </a:solidFill>
              </a:rPr>
              <a:t>ያስተምራል፡-</a:t>
            </a:r>
            <a:r>
              <a:rPr lang="am-ET" b="1" dirty="0"/>
              <a:t> ዮሐንስ 14 26; 1 ዮሐንስ 2:27</a:t>
            </a:r>
          </a:p>
          <a:p>
            <a:pPr>
              <a:lnSpc>
                <a:spcPct val="160000"/>
              </a:lnSpc>
            </a:pPr>
            <a:r>
              <a:rPr lang="am-ET" b="1" dirty="0">
                <a:solidFill>
                  <a:srgbClr val="00B050"/>
                </a:solidFill>
              </a:rPr>
              <a:t>ይልካል፡-</a:t>
            </a:r>
            <a:r>
              <a:rPr lang="am-ET" b="1" dirty="0"/>
              <a:t> የሐዋርያት ሥራ </a:t>
            </a:r>
            <a:r>
              <a:rPr lang="am-ET" b="1" dirty="0" smtClean="0"/>
              <a:t>13:4</a:t>
            </a:r>
            <a:endParaRPr lang="am-ET" b="1" dirty="0"/>
          </a:p>
        </p:txBody>
      </p:sp>
    </p:spTree>
    <p:extLst>
      <p:ext uri="{BB962C8B-B14F-4D97-AF65-F5344CB8AC3E}">
        <p14:creationId xmlns:p14="http://schemas.microsoft.com/office/powerpoint/2010/main" val="3939026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Effect transition="in" filter="fade">
                                      <p:cBhvr>
                                        <p:cTn id="56" dur="1000"/>
                                        <p:tgtEl>
                                          <p:spTgt spid="3">
                                            <p:txEl>
                                              <p:pRg st="7" end="7"/>
                                            </p:txEl>
                                          </p:spTgt>
                                        </p:tgtEl>
                                      </p:cBhvr>
                                    </p:animEffect>
                                    <p:anim calcmode="lin" valueType="num">
                                      <p:cBhvr>
                                        <p:cTn id="5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flipV="1">
            <a:off x="457200" y="76200"/>
            <a:ext cx="8229600" cy="198438"/>
          </a:xfrm>
        </p:spPr>
        <p:txBody>
          <a:bodyPr>
            <a:normAutofit fontScale="90000"/>
          </a:bodyPr>
          <a:lstStyle/>
          <a:p>
            <a:endParaRPr lang="en-US" dirty="0"/>
          </a:p>
        </p:txBody>
      </p:sp>
      <p:sp>
        <p:nvSpPr>
          <p:cNvPr id="3" name="Content Placeholder 2"/>
          <p:cNvSpPr>
            <a:spLocks noGrp="1"/>
          </p:cNvSpPr>
          <p:nvPr>
            <p:ph idx="1"/>
          </p:nvPr>
        </p:nvSpPr>
        <p:spPr>
          <a:xfrm>
            <a:off x="228600" y="457200"/>
            <a:ext cx="8839200" cy="6324600"/>
          </a:xfrm>
        </p:spPr>
        <p:txBody>
          <a:bodyPr>
            <a:normAutofit fontScale="77500" lnSpcReduction="20000"/>
          </a:bodyPr>
          <a:lstStyle/>
          <a:p>
            <a:pPr>
              <a:lnSpc>
                <a:spcPct val="160000"/>
              </a:lnSpc>
            </a:pPr>
            <a:r>
              <a:rPr lang="am-ET" b="1" dirty="0" smtClean="0">
                <a:solidFill>
                  <a:srgbClr val="00B050"/>
                </a:solidFill>
              </a:rPr>
              <a:t>ኃይልን ይሰጣል፡-</a:t>
            </a:r>
            <a:r>
              <a:rPr lang="am-ET" b="1" dirty="0" smtClean="0"/>
              <a:t> የሐዋርያት ሥራ 1:8፣ 2ጴጥሮስ 1:21</a:t>
            </a:r>
            <a:endParaRPr lang="en-US" b="1" dirty="0" smtClean="0">
              <a:latin typeface="Power Geez Unicode1" panose="00000400000000000000" pitchFamily="2" charset="0"/>
            </a:endParaRPr>
          </a:p>
          <a:p>
            <a:pPr>
              <a:lnSpc>
                <a:spcPct val="160000"/>
              </a:lnSpc>
            </a:pPr>
            <a:r>
              <a:rPr lang="am-ET" b="1" dirty="0" smtClean="0">
                <a:solidFill>
                  <a:srgbClr val="00B050"/>
                </a:solidFill>
              </a:rPr>
              <a:t>ይመሰክራል፡-</a:t>
            </a:r>
            <a:r>
              <a:rPr lang="am-ET" b="1" dirty="0" smtClean="0"/>
              <a:t> ዮሐንስ 15፡26፣ 27፣ 16: 13,14</a:t>
            </a:r>
          </a:p>
          <a:p>
            <a:pPr>
              <a:lnSpc>
                <a:spcPct val="160000"/>
              </a:lnSpc>
            </a:pPr>
            <a:r>
              <a:rPr lang="am-ET" b="1" dirty="0" smtClean="0">
                <a:solidFill>
                  <a:srgbClr val="00B050"/>
                </a:solidFill>
              </a:rPr>
              <a:t>ሊመረር ይችላል፡-</a:t>
            </a:r>
            <a:r>
              <a:rPr lang="am-ET" b="1" dirty="0" smtClean="0"/>
              <a:t> ኢሳይያስ 63:10</a:t>
            </a:r>
          </a:p>
          <a:p>
            <a:pPr>
              <a:lnSpc>
                <a:spcPct val="160000"/>
              </a:lnSpc>
            </a:pPr>
            <a:r>
              <a:rPr lang="am-ET" b="1" dirty="0" smtClean="0">
                <a:solidFill>
                  <a:srgbClr val="00B050"/>
                </a:solidFill>
              </a:rPr>
              <a:t>ያዝናል፡-</a:t>
            </a:r>
            <a:r>
              <a:rPr lang="am-ET" b="1" dirty="0" smtClean="0"/>
              <a:t> ኤፌሶን 4፡30</a:t>
            </a:r>
          </a:p>
          <a:p>
            <a:pPr>
              <a:lnSpc>
                <a:spcPct val="160000"/>
              </a:lnSpc>
            </a:pPr>
            <a:r>
              <a:rPr lang="am-ET" b="1" dirty="0" smtClean="0">
                <a:solidFill>
                  <a:srgbClr val="00B050"/>
                </a:solidFill>
              </a:rPr>
              <a:t>ሰዎች ሊዋሹት ይችላሉ፡-</a:t>
            </a:r>
            <a:r>
              <a:rPr lang="am-ET" b="1" dirty="0" smtClean="0"/>
              <a:t> የሐዋርያት ሥራ 5 3</a:t>
            </a:r>
          </a:p>
          <a:p>
            <a:pPr>
              <a:lnSpc>
                <a:spcPct val="160000"/>
              </a:lnSpc>
            </a:pPr>
            <a:r>
              <a:rPr lang="am-ET" b="1" dirty="0" smtClean="0">
                <a:solidFill>
                  <a:srgbClr val="00B050"/>
                </a:solidFill>
              </a:rPr>
              <a:t>ሰዎች ሊሰድቡት ይችላሉ</a:t>
            </a:r>
            <a:r>
              <a:rPr lang="am-ET" b="1" dirty="0" smtClean="0"/>
              <a:t>፡- ማቴዎስ 12፡31</a:t>
            </a:r>
          </a:p>
          <a:p>
            <a:pPr>
              <a:lnSpc>
                <a:spcPct val="160000"/>
              </a:lnSpc>
            </a:pPr>
            <a:r>
              <a:rPr lang="am-ET" b="1" dirty="0" smtClean="0">
                <a:solidFill>
                  <a:srgbClr val="00B050"/>
                </a:solidFill>
              </a:rPr>
              <a:t>ይከበራል፡-</a:t>
            </a:r>
            <a:r>
              <a:rPr lang="am-ET" b="1" dirty="0" smtClean="0"/>
              <a:t> መዝሙር 51፡11</a:t>
            </a:r>
          </a:p>
          <a:p>
            <a:pPr>
              <a:lnSpc>
                <a:spcPct val="160000"/>
              </a:lnSpc>
            </a:pPr>
            <a:r>
              <a:rPr lang="am-ET" b="1" dirty="0" smtClean="0">
                <a:solidFill>
                  <a:srgbClr val="00B050"/>
                </a:solidFill>
              </a:rPr>
              <a:t>ስጦታን ይሰጣል፡-</a:t>
            </a:r>
            <a:r>
              <a:rPr lang="am-ET" b="1" dirty="0" smtClean="0"/>
              <a:t> 1ቆሮንቶስ 12፡27-28</a:t>
            </a:r>
          </a:p>
          <a:p>
            <a:pPr>
              <a:lnSpc>
                <a:spcPct val="160000"/>
              </a:lnSpc>
            </a:pPr>
            <a:r>
              <a:rPr lang="am-ET" b="1" dirty="0" smtClean="0">
                <a:solidFill>
                  <a:srgbClr val="00B050"/>
                </a:solidFill>
              </a:rPr>
              <a:t>ያፅናናል፡-</a:t>
            </a:r>
            <a:r>
              <a:rPr lang="am-ET" b="1" dirty="0" smtClean="0"/>
              <a:t> ዮሐንስ 16፡7</a:t>
            </a:r>
          </a:p>
          <a:p>
            <a:pPr>
              <a:lnSpc>
                <a:spcPct val="160000"/>
              </a:lnSpc>
            </a:pPr>
            <a:r>
              <a:rPr lang="am-ET" b="1" dirty="0" smtClean="0">
                <a:solidFill>
                  <a:srgbClr val="00B050"/>
                </a:solidFill>
              </a:rPr>
              <a:t>ይወቅሳል፡-</a:t>
            </a:r>
            <a:r>
              <a:rPr lang="am-ET" b="1" dirty="0" smtClean="0"/>
              <a:t> ዮሐንስ 16፡8-11</a:t>
            </a:r>
            <a:endParaRPr lang="am-ET" b="1" dirty="0"/>
          </a:p>
        </p:txBody>
      </p:sp>
    </p:spTree>
    <p:extLst>
      <p:ext uri="{BB962C8B-B14F-4D97-AF65-F5344CB8AC3E}">
        <p14:creationId xmlns:p14="http://schemas.microsoft.com/office/powerpoint/2010/main" val="3234666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Effect transition="in" filter="fade">
                                      <p:cBhvr>
                                        <p:cTn id="56" dur="1000"/>
                                        <p:tgtEl>
                                          <p:spTgt spid="3">
                                            <p:txEl>
                                              <p:pRg st="7" end="7"/>
                                            </p:txEl>
                                          </p:spTgt>
                                        </p:tgtEl>
                                      </p:cBhvr>
                                    </p:animEffect>
                                    <p:anim calcmode="lin" valueType="num">
                                      <p:cBhvr>
                                        <p:cTn id="5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nodeType="clickEffect">
                                  <p:stCondLst>
                                    <p:cond delay="0"/>
                                  </p:stCondLst>
                                  <p:childTnLst>
                                    <p:set>
                                      <p:cBhvr>
                                        <p:cTn id="62" dur="1" fill="hold">
                                          <p:stCondLst>
                                            <p:cond delay="0"/>
                                          </p:stCondLst>
                                        </p:cTn>
                                        <p:tgtEl>
                                          <p:spTgt spid="3">
                                            <p:txEl>
                                              <p:pRg st="8" end="8"/>
                                            </p:txEl>
                                          </p:spTgt>
                                        </p:tgtEl>
                                        <p:attrNameLst>
                                          <p:attrName>style.visibility</p:attrName>
                                        </p:attrNameLst>
                                      </p:cBhvr>
                                      <p:to>
                                        <p:strVal val="visible"/>
                                      </p:to>
                                    </p:set>
                                    <p:animEffect transition="in" filter="fade">
                                      <p:cBhvr>
                                        <p:cTn id="63" dur="1000"/>
                                        <p:tgtEl>
                                          <p:spTgt spid="3">
                                            <p:txEl>
                                              <p:pRg st="8" end="8"/>
                                            </p:txEl>
                                          </p:spTgt>
                                        </p:tgtEl>
                                      </p:cBhvr>
                                    </p:animEffect>
                                    <p:anim calcmode="lin" valueType="num">
                                      <p:cBhvr>
                                        <p:cTn id="64"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65"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nodeType="clickEffect">
                                  <p:stCondLst>
                                    <p:cond delay="0"/>
                                  </p:stCondLst>
                                  <p:childTnLst>
                                    <p:set>
                                      <p:cBhvr>
                                        <p:cTn id="69" dur="1" fill="hold">
                                          <p:stCondLst>
                                            <p:cond delay="0"/>
                                          </p:stCondLst>
                                        </p:cTn>
                                        <p:tgtEl>
                                          <p:spTgt spid="3">
                                            <p:txEl>
                                              <p:pRg st="9" end="9"/>
                                            </p:txEl>
                                          </p:spTgt>
                                        </p:tgtEl>
                                        <p:attrNameLst>
                                          <p:attrName>style.visibility</p:attrName>
                                        </p:attrNameLst>
                                      </p:cBhvr>
                                      <p:to>
                                        <p:strVal val="visible"/>
                                      </p:to>
                                    </p:set>
                                    <p:animEffect transition="in" filter="fade">
                                      <p:cBhvr>
                                        <p:cTn id="70" dur="1000"/>
                                        <p:tgtEl>
                                          <p:spTgt spid="3">
                                            <p:txEl>
                                              <p:pRg st="9" end="9"/>
                                            </p:txEl>
                                          </p:spTgt>
                                        </p:tgtEl>
                                      </p:cBhvr>
                                    </p:animEffect>
                                    <p:anim calcmode="lin" valueType="num">
                                      <p:cBhvr>
                                        <p:cTn id="71"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72"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580</TotalTime>
  <Words>1944</Words>
  <Application>Microsoft Office PowerPoint</Application>
  <PresentationFormat>On-screen Show (4:3)</PresentationFormat>
  <Paragraphs>93</Paragraphs>
  <Slides>27</Slides>
  <Notes>0</Notes>
  <HiddenSlides>0</HiddenSlides>
  <MMClips>0</MMClips>
  <ScaleCrop>false</ScaleCrop>
  <HeadingPairs>
    <vt:vector size="4" baseType="variant">
      <vt:variant>
        <vt:lpstr>Theme</vt:lpstr>
      </vt:variant>
      <vt:variant>
        <vt:i4>1</vt:i4>
      </vt:variant>
      <vt:variant>
        <vt:lpstr>Slide Titles</vt:lpstr>
      </vt:variant>
      <vt:variant>
        <vt:i4>27</vt:i4>
      </vt:variant>
    </vt:vector>
  </HeadingPairs>
  <TitlesOfParts>
    <vt:vector size="28" baseType="lpstr">
      <vt:lpstr>Office Theme</vt:lpstr>
      <vt:lpstr>የስላሴ አስተምሮና የሙስሊሞች ተቃውሞ</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የስላሴ አስተምሮና የሙስሊሞች ተቃውሞ</dc:title>
  <dc:creator>Windows User</dc:creator>
  <cp:lastModifiedBy>Windows User</cp:lastModifiedBy>
  <cp:revision>56</cp:revision>
  <dcterms:created xsi:type="dcterms:W3CDTF">2025-08-16T05:24:37Z</dcterms:created>
  <dcterms:modified xsi:type="dcterms:W3CDTF">2025-08-17T15:12:49Z</dcterms:modified>
</cp:coreProperties>
</file>