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005606-9824-42D3-8EA4-B2AB2105FE51}" type="datetimeFigureOut">
              <a:rPr lang="en-US" smtClean="0"/>
              <a:t>28-Jul-25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6F776D-33DA-4C0D-9150-10137EF0C060}" type="slidenum">
              <a:rPr lang="en-US" smtClean="0"/>
              <a:t>‹#›</a:t>
            </a:fld>
            <a:endParaRPr lang="en-US"/>
          </a:p>
        </p:txBody>
      </p:sp>
    </p:spTree>
    <p:extLst>
      <p:ext uri="{BB962C8B-B14F-4D97-AF65-F5344CB8AC3E}">
        <p14:creationId xmlns:p14="http://schemas.microsoft.com/office/powerpoint/2010/main" val="3700555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6F776D-33DA-4C0D-9150-10137EF0C060}" type="slidenum">
              <a:rPr lang="en-US" smtClean="0"/>
              <a:t>6</a:t>
            </a:fld>
            <a:endParaRPr lang="en-US"/>
          </a:p>
        </p:txBody>
      </p:sp>
    </p:spTree>
    <p:extLst>
      <p:ext uri="{BB962C8B-B14F-4D97-AF65-F5344CB8AC3E}">
        <p14:creationId xmlns:p14="http://schemas.microsoft.com/office/powerpoint/2010/main" val="946658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F947A95-93DF-456A-8EE2-60944358925C}" type="datetimeFigureOut">
              <a:rPr lang="en-US" smtClean="0"/>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9B4973-41BE-4AA7-A9A8-60A4192A4B19}" type="slidenum">
              <a:rPr lang="en-US" smtClean="0"/>
              <a:t>‹#›</a:t>
            </a:fld>
            <a:endParaRPr lang="en-US"/>
          </a:p>
        </p:txBody>
      </p:sp>
    </p:spTree>
    <p:extLst>
      <p:ext uri="{BB962C8B-B14F-4D97-AF65-F5344CB8AC3E}">
        <p14:creationId xmlns:p14="http://schemas.microsoft.com/office/powerpoint/2010/main" val="351759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947A95-93DF-456A-8EE2-60944358925C}" type="datetimeFigureOut">
              <a:rPr lang="en-US" smtClean="0"/>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9B4973-41BE-4AA7-A9A8-60A4192A4B19}" type="slidenum">
              <a:rPr lang="en-US" smtClean="0"/>
              <a:t>‹#›</a:t>
            </a:fld>
            <a:endParaRPr lang="en-US"/>
          </a:p>
        </p:txBody>
      </p:sp>
    </p:spTree>
    <p:extLst>
      <p:ext uri="{BB962C8B-B14F-4D97-AF65-F5344CB8AC3E}">
        <p14:creationId xmlns:p14="http://schemas.microsoft.com/office/powerpoint/2010/main" val="1107694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F947A95-93DF-456A-8EE2-60944358925C}" type="datetimeFigureOut">
              <a:rPr lang="en-US" smtClean="0"/>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9B4973-41BE-4AA7-A9A8-60A4192A4B19}" type="slidenum">
              <a:rPr lang="en-US" smtClean="0"/>
              <a:t>‹#›</a:t>
            </a:fld>
            <a:endParaRPr lang="en-US"/>
          </a:p>
        </p:txBody>
      </p:sp>
    </p:spTree>
    <p:extLst>
      <p:ext uri="{BB962C8B-B14F-4D97-AF65-F5344CB8AC3E}">
        <p14:creationId xmlns:p14="http://schemas.microsoft.com/office/powerpoint/2010/main" val="2736807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F947A95-93DF-456A-8EE2-60944358925C}" type="datetimeFigureOut">
              <a:rPr lang="en-US" smtClean="0"/>
              <a:t>28-Jul-25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9B4973-41BE-4AA7-A9A8-60A4192A4B19}" type="slidenum">
              <a:rPr lang="en-US" smtClean="0"/>
              <a:t>‹#›</a:t>
            </a:fld>
            <a:endParaRPr lang="en-US"/>
          </a:p>
        </p:txBody>
      </p:sp>
    </p:spTree>
    <p:extLst>
      <p:ext uri="{BB962C8B-B14F-4D97-AF65-F5344CB8AC3E}">
        <p14:creationId xmlns:p14="http://schemas.microsoft.com/office/powerpoint/2010/main" val="489073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F947A95-93DF-456A-8EE2-60944358925C}" type="datetimeFigureOut">
              <a:rPr lang="en-US" smtClean="0"/>
              <a:t>28-Jul-25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9B4973-41BE-4AA7-A9A8-60A4192A4B19}" type="slidenum">
              <a:rPr lang="en-US" smtClean="0"/>
              <a:t>‹#›</a:t>
            </a:fld>
            <a:endParaRPr lang="en-US"/>
          </a:p>
        </p:txBody>
      </p:sp>
    </p:spTree>
    <p:extLst>
      <p:ext uri="{BB962C8B-B14F-4D97-AF65-F5344CB8AC3E}">
        <p14:creationId xmlns:p14="http://schemas.microsoft.com/office/powerpoint/2010/main" val="3598320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F947A95-93DF-456A-8EE2-60944358925C}" type="datetimeFigureOut">
              <a:rPr lang="en-US" smtClean="0"/>
              <a:t>28-Jul-25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9B4973-41BE-4AA7-A9A8-60A4192A4B19}" type="slidenum">
              <a:rPr lang="en-US" smtClean="0"/>
              <a:t>‹#›</a:t>
            </a:fld>
            <a:endParaRPr lang="en-US"/>
          </a:p>
        </p:txBody>
      </p:sp>
    </p:spTree>
    <p:extLst>
      <p:ext uri="{BB962C8B-B14F-4D97-AF65-F5344CB8AC3E}">
        <p14:creationId xmlns:p14="http://schemas.microsoft.com/office/powerpoint/2010/main" val="849597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947A95-93DF-456A-8EE2-60944358925C}" type="datetimeFigureOut">
              <a:rPr lang="en-US" smtClean="0"/>
              <a:t>28-Jul-25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9B4973-41BE-4AA7-A9A8-60A4192A4B19}" type="slidenum">
              <a:rPr lang="en-US" smtClean="0"/>
              <a:t>‹#›</a:t>
            </a:fld>
            <a:endParaRPr lang="en-US"/>
          </a:p>
        </p:txBody>
      </p:sp>
    </p:spTree>
    <p:extLst>
      <p:ext uri="{BB962C8B-B14F-4D97-AF65-F5344CB8AC3E}">
        <p14:creationId xmlns:p14="http://schemas.microsoft.com/office/powerpoint/2010/main" val="394160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947A95-93DF-456A-8EE2-60944358925C}" type="datetimeFigureOut">
              <a:rPr lang="en-US" smtClean="0"/>
              <a:t>28-Jul-25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9B4973-41BE-4AA7-A9A8-60A4192A4B19}" type="slidenum">
              <a:rPr lang="en-US" smtClean="0"/>
              <a:t>‹#›</a:t>
            </a:fld>
            <a:endParaRPr lang="en-US"/>
          </a:p>
        </p:txBody>
      </p:sp>
    </p:spTree>
    <p:extLst>
      <p:ext uri="{BB962C8B-B14F-4D97-AF65-F5344CB8AC3E}">
        <p14:creationId xmlns:p14="http://schemas.microsoft.com/office/powerpoint/2010/main" val="2036141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947A95-93DF-456A-8EE2-60944358925C}" type="datetimeFigureOut">
              <a:rPr lang="en-US" smtClean="0"/>
              <a:t>28-Jul-25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9B4973-41BE-4AA7-A9A8-60A4192A4B19}" type="slidenum">
              <a:rPr lang="en-US" smtClean="0"/>
              <a:t>‹#›</a:t>
            </a:fld>
            <a:endParaRPr lang="en-US"/>
          </a:p>
        </p:txBody>
      </p:sp>
    </p:spTree>
    <p:extLst>
      <p:ext uri="{BB962C8B-B14F-4D97-AF65-F5344CB8AC3E}">
        <p14:creationId xmlns:p14="http://schemas.microsoft.com/office/powerpoint/2010/main" val="1240011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947A95-93DF-456A-8EE2-60944358925C}" type="datetimeFigureOut">
              <a:rPr lang="en-US" smtClean="0"/>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9B4973-41BE-4AA7-A9A8-60A4192A4B19}" type="slidenum">
              <a:rPr lang="en-US" smtClean="0"/>
              <a:t>‹#›</a:t>
            </a:fld>
            <a:endParaRPr lang="en-US"/>
          </a:p>
        </p:txBody>
      </p:sp>
    </p:spTree>
    <p:extLst>
      <p:ext uri="{BB962C8B-B14F-4D97-AF65-F5344CB8AC3E}">
        <p14:creationId xmlns:p14="http://schemas.microsoft.com/office/powerpoint/2010/main" val="3629474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947A95-93DF-456A-8EE2-60944358925C}" type="datetimeFigureOut">
              <a:rPr lang="en-US" smtClean="0"/>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9B4973-41BE-4AA7-A9A8-60A4192A4B19}" type="slidenum">
              <a:rPr lang="en-US" smtClean="0"/>
              <a:t>‹#›</a:t>
            </a:fld>
            <a:endParaRPr lang="en-US"/>
          </a:p>
        </p:txBody>
      </p:sp>
    </p:spTree>
    <p:extLst>
      <p:ext uri="{BB962C8B-B14F-4D97-AF65-F5344CB8AC3E}">
        <p14:creationId xmlns:p14="http://schemas.microsoft.com/office/powerpoint/2010/main" val="4165478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947A95-93DF-456A-8EE2-60944358925C}" type="datetimeFigureOut">
              <a:rPr lang="en-US" smtClean="0"/>
              <a:t>28-Jul-25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9B4973-41BE-4AA7-A9A8-60A4192A4B19}" type="slidenum">
              <a:rPr lang="en-US" smtClean="0"/>
              <a:t>‹#›</a:t>
            </a:fld>
            <a:endParaRPr lang="en-US"/>
          </a:p>
        </p:txBody>
      </p:sp>
    </p:spTree>
    <p:extLst>
      <p:ext uri="{BB962C8B-B14F-4D97-AF65-F5344CB8AC3E}">
        <p14:creationId xmlns:p14="http://schemas.microsoft.com/office/powerpoint/2010/main" val="36530488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914401"/>
            <a:ext cx="8991600" cy="2686050"/>
          </a:xfrm>
        </p:spPr>
        <p:txBody>
          <a:bodyPr>
            <a:normAutofit/>
          </a:bodyPr>
          <a:lstStyle/>
          <a:p>
            <a:r>
              <a:rPr lang="en-US" sz="3600" b="1" dirty="0" err="1" smtClean="0">
                <a:solidFill>
                  <a:srgbClr val="C00000"/>
                </a:solidFill>
                <a:latin typeface="Power Geez Unicode1" panose="00000400000000000000" pitchFamily="2" charset="0"/>
              </a:rPr>
              <a:t>የኢየሱስ</a:t>
            </a:r>
            <a:r>
              <a:rPr lang="en-US" sz="3600" b="1" dirty="0" smtClean="0">
                <a:solidFill>
                  <a:srgbClr val="C00000"/>
                </a:solidFill>
                <a:latin typeface="Power Geez Unicode1" panose="00000400000000000000" pitchFamily="2" charset="0"/>
              </a:rPr>
              <a:t> </a:t>
            </a:r>
            <a:r>
              <a:rPr lang="en-US" sz="3600" b="1" dirty="0" err="1" smtClean="0">
                <a:solidFill>
                  <a:srgbClr val="C00000"/>
                </a:solidFill>
                <a:latin typeface="Power Geez Unicode1" panose="00000400000000000000" pitchFamily="2" charset="0"/>
              </a:rPr>
              <a:t>ክርስቶስ</a:t>
            </a:r>
            <a:r>
              <a:rPr lang="en-US" sz="3600" b="1" dirty="0" smtClean="0">
                <a:solidFill>
                  <a:srgbClr val="C00000"/>
                </a:solidFill>
                <a:latin typeface="Power Geez Unicode1" panose="00000400000000000000" pitchFamily="2" charset="0"/>
              </a:rPr>
              <a:t> </a:t>
            </a:r>
            <a:r>
              <a:rPr lang="en-US" sz="3600" b="1" dirty="0" err="1" smtClean="0">
                <a:solidFill>
                  <a:srgbClr val="C00000"/>
                </a:solidFill>
                <a:latin typeface="Power Geez Unicode1" panose="00000400000000000000" pitchFamily="2" charset="0"/>
              </a:rPr>
              <a:t>ሞትና</a:t>
            </a:r>
            <a:r>
              <a:rPr lang="en-US" sz="3600" b="1" dirty="0" smtClean="0">
                <a:solidFill>
                  <a:srgbClr val="C00000"/>
                </a:solidFill>
                <a:latin typeface="Power Geez Unicode1" panose="00000400000000000000" pitchFamily="2" charset="0"/>
              </a:rPr>
              <a:t> </a:t>
            </a:r>
            <a:r>
              <a:rPr lang="en-US" sz="3600" b="1" dirty="0" err="1" smtClean="0">
                <a:solidFill>
                  <a:srgbClr val="C00000"/>
                </a:solidFill>
                <a:latin typeface="Power Geez Unicode1" panose="00000400000000000000" pitchFamily="2" charset="0"/>
              </a:rPr>
              <a:t>ትንሳኤ</a:t>
            </a:r>
            <a:r>
              <a:rPr lang="en-US" sz="3600" b="1" dirty="0" smtClean="0">
                <a:solidFill>
                  <a:srgbClr val="C00000"/>
                </a:solidFill>
                <a:latin typeface="Power Geez Unicode1" panose="00000400000000000000" pitchFamily="2" charset="0"/>
              </a:rPr>
              <a:t> </a:t>
            </a:r>
            <a:r>
              <a:rPr lang="en-US" sz="3600" b="1" dirty="0" err="1" smtClean="0">
                <a:solidFill>
                  <a:srgbClr val="C00000"/>
                </a:solidFill>
                <a:latin typeface="Power Geez Unicode1" panose="00000400000000000000" pitchFamily="2" charset="0"/>
              </a:rPr>
              <a:t>በቁርአንና</a:t>
            </a:r>
            <a:r>
              <a:rPr lang="en-US" sz="3600" b="1" dirty="0" smtClean="0">
                <a:solidFill>
                  <a:srgbClr val="C00000"/>
                </a:solidFill>
                <a:latin typeface="Power Geez Unicode1" panose="00000400000000000000" pitchFamily="2" charset="0"/>
              </a:rPr>
              <a:t> </a:t>
            </a:r>
            <a:r>
              <a:rPr lang="en-US" sz="3600" b="1" dirty="0" err="1" smtClean="0">
                <a:solidFill>
                  <a:srgbClr val="C00000"/>
                </a:solidFill>
                <a:latin typeface="Power Geez Unicode1" panose="00000400000000000000" pitchFamily="2" charset="0"/>
              </a:rPr>
              <a:t>በመጽሐፍ</a:t>
            </a:r>
            <a:r>
              <a:rPr lang="en-US" sz="3600" b="1" dirty="0" smtClean="0">
                <a:solidFill>
                  <a:srgbClr val="C00000"/>
                </a:solidFill>
                <a:latin typeface="Power Geez Unicode1" panose="00000400000000000000" pitchFamily="2" charset="0"/>
              </a:rPr>
              <a:t> </a:t>
            </a:r>
            <a:r>
              <a:rPr lang="en-US" sz="3600" b="1" dirty="0" err="1" smtClean="0">
                <a:solidFill>
                  <a:srgbClr val="C00000"/>
                </a:solidFill>
                <a:latin typeface="Power Geez Unicode1" panose="00000400000000000000" pitchFamily="2" charset="0"/>
              </a:rPr>
              <a:t>ቅዱስ</a:t>
            </a:r>
            <a:endParaRPr lang="en-US" sz="3600" b="1" dirty="0">
              <a:solidFill>
                <a:srgbClr val="C00000"/>
              </a:solidFill>
              <a:latin typeface="Power Geez Unicode1" panose="00000400000000000000" pitchFamily="2" charset="0"/>
            </a:endParaRPr>
          </a:p>
        </p:txBody>
      </p:sp>
      <p:sp>
        <p:nvSpPr>
          <p:cNvPr id="3" name="Subtitle 2"/>
          <p:cNvSpPr>
            <a:spLocks noGrp="1"/>
          </p:cNvSpPr>
          <p:nvPr>
            <p:ph type="subTitle" idx="1"/>
          </p:nvPr>
        </p:nvSpPr>
        <p:spPr/>
        <p:txBody>
          <a:bodyPr/>
          <a:lstStyle/>
          <a:p>
            <a:r>
              <a:rPr lang="en-US" b="1" dirty="0" err="1" smtClean="0">
                <a:solidFill>
                  <a:srgbClr val="00B050"/>
                </a:solidFill>
                <a:latin typeface="Power Geez Unicode1" panose="00000400000000000000" pitchFamily="2" charset="0"/>
              </a:rPr>
              <a:t>ክፍል</a:t>
            </a:r>
            <a:r>
              <a:rPr lang="en-US" b="1" dirty="0" smtClean="0">
                <a:solidFill>
                  <a:srgbClr val="00B050"/>
                </a:solidFill>
                <a:latin typeface="Power Geez Unicode1" panose="00000400000000000000" pitchFamily="2" charset="0"/>
              </a:rPr>
              <a:t> 5</a:t>
            </a:r>
            <a:endParaRPr lang="en-US" b="1" dirty="0">
              <a:solidFill>
                <a:srgbClr val="00B050"/>
              </a:solidFill>
              <a:latin typeface="Power Geez Unicode1" panose="00000400000000000000" pitchFamily="2" charset="0"/>
            </a:endParaRPr>
          </a:p>
        </p:txBody>
      </p:sp>
    </p:spTree>
    <p:extLst>
      <p:ext uri="{BB962C8B-B14F-4D97-AF65-F5344CB8AC3E}">
        <p14:creationId xmlns:p14="http://schemas.microsoft.com/office/powerpoint/2010/main" val="3667338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553200"/>
          </a:xfrm>
        </p:spPr>
        <p:txBody>
          <a:bodyPr>
            <a:normAutofit fontScale="85000" lnSpcReduction="20000"/>
          </a:bodyPr>
          <a:lstStyle/>
          <a:p>
            <a:pPr marL="514350" indent="-514350">
              <a:buAutoNum type="arabicPeriod"/>
            </a:pPr>
            <a:r>
              <a:rPr lang="en-US" b="1" dirty="0" err="1" smtClean="0">
                <a:solidFill>
                  <a:srgbClr val="FF0000"/>
                </a:solidFill>
                <a:latin typeface="Power Geez Unicode1" panose="00000400000000000000" pitchFamily="2" charset="0"/>
              </a:rPr>
              <a:t>የክርስቶስ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ሞትና</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ትንሳኤ</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በቁርአን</a:t>
            </a:r>
            <a:endParaRPr lang="en-US" b="1" dirty="0" smtClean="0">
              <a:solidFill>
                <a:srgbClr val="FF0000"/>
              </a:solidFill>
              <a:latin typeface="Power Geez Unicode1" panose="00000400000000000000" pitchFamily="2" charset="0"/>
            </a:endParaRPr>
          </a:p>
          <a:p>
            <a:pPr marL="0" indent="0">
              <a:buNone/>
            </a:pPr>
            <a:r>
              <a:rPr lang="en-US" b="1" dirty="0" smtClean="0">
                <a:solidFill>
                  <a:srgbClr val="00B050"/>
                </a:solidFill>
                <a:latin typeface="Power Geez Unicode1" panose="00000400000000000000" pitchFamily="2" charset="0"/>
              </a:rPr>
              <a:t>ሀ) </a:t>
            </a:r>
            <a:r>
              <a:rPr lang="en-US" b="1" dirty="0" err="1" smtClean="0">
                <a:solidFill>
                  <a:srgbClr val="00B050"/>
                </a:solidFill>
                <a:latin typeface="Power Geez Unicode1" panose="00000400000000000000" pitchFamily="2" charset="0"/>
              </a:rPr>
              <a:t>ሙስሊሞች</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የክርስቶስን</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ሞትና</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ትንሳኤ</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ለመቃወም</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የሚያቀርቡት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የቁርአን</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መረጃ</a:t>
            </a:r>
            <a:endParaRPr lang="en-US" b="1" dirty="0" smtClean="0">
              <a:solidFill>
                <a:srgbClr val="00B050"/>
              </a:solidFill>
              <a:latin typeface="Power Geez Unicode1" panose="00000400000000000000" pitchFamily="2" charset="0"/>
            </a:endParaRPr>
          </a:p>
          <a:p>
            <a:pPr>
              <a:buFont typeface="Wingdings" panose="05000000000000000000" pitchFamily="2" charset="2"/>
              <a:buChar char="v"/>
            </a:pPr>
            <a:r>
              <a:rPr lang="en-US" b="1" dirty="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ሱራ</a:t>
            </a:r>
            <a:r>
              <a:rPr lang="en-US" b="1" dirty="0" smtClean="0">
                <a:solidFill>
                  <a:srgbClr val="7030A0"/>
                </a:solidFill>
                <a:latin typeface="Power Geez Unicode1" panose="00000400000000000000" pitchFamily="2" charset="0"/>
              </a:rPr>
              <a:t> 4፡157-159</a:t>
            </a:r>
          </a:p>
          <a:p>
            <a:pPr marL="0" indent="0" algn="just">
              <a:lnSpc>
                <a:spcPct val="150000"/>
              </a:lnSpc>
              <a:buNone/>
            </a:pPr>
            <a:r>
              <a:rPr lang="en-US" b="1" dirty="0" smtClean="0">
                <a:latin typeface="Power Geez Unicode1" panose="00000400000000000000" pitchFamily="2" charset="0"/>
              </a:rPr>
              <a:t>““</a:t>
            </a:r>
            <a:r>
              <a:rPr lang="am-ET" b="1" dirty="0" smtClean="0"/>
              <a:t>እኛ </a:t>
            </a:r>
            <a:r>
              <a:rPr lang="am-ET" b="1" dirty="0"/>
              <a:t>የአላህን መልክተኛ የመርየምን ልጅ አልመሲሕ ዒሳን </a:t>
            </a:r>
            <a:r>
              <a:rPr lang="am-ET" b="1" dirty="0" smtClean="0"/>
              <a:t>ገደልን</a:t>
            </a:r>
            <a:r>
              <a:rPr lang="en-US" b="1" dirty="0" smtClean="0">
                <a:latin typeface="Power Geez Unicode1" panose="00000400000000000000" pitchFamily="2" charset="0"/>
              </a:rPr>
              <a:t>”</a:t>
            </a:r>
            <a:r>
              <a:rPr lang="am-ET" b="1" dirty="0" smtClean="0"/>
              <a:t> </a:t>
            </a:r>
            <a:r>
              <a:rPr lang="am-ET" b="1" dirty="0"/>
              <a:t>በማለታቸውም (ረገምናቸው)፡፡ አልገደሉትም አልሰቀሉትምም፡፡ ግን ለእነሱ (የተገደለው ሰው በዒሳ) ተመሰለ፡፡ እነዚያም በእርሱ ነገር የተለያዩት ከእርሱ (መገደል) በመጠራጠር ውስጥ ናቸው፡፡ ጥርጣሬን ከመከተል በስተቀር በእርሱ ነገር ምንም ዕውቀት የላቸውም፡፡ በእርግጥም አልገደሉትም</a:t>
            </a:r>
            <a:r>
              <a:rPr lang="am-ET" b="1" dirty="0" smtClean="0"/>
              <a:t>፡፡</a:t>
            </a:r>
            <a:r>
              <a:rPr lang="en-US" b="1" dirty="0" smtClean="0">
                <a:latin typeface="Power Geez Unicode1" panose="00000400000000000000" pitchFamily="2" charset="0"/>
              </a:rPr>
              <a:t> </a:t>
            </a:r>
            <a:r>
              <a:rPr lang="am-ET" b="1" dirty="0" smtClean="0"/>
              <a:t>ከመጽሐፉም ሰዎች ከመሞቱ በፊት በእርሱ (በዒሳ) በእርግጥ የሚያምን እንጅ (አንድም) የለም፡፡ በትንሣኤም ቀን በነሱ ላይ መስካሪ ይኾናል፡፡</a:t>
            </a:r>
            <a:r>
              <a:rPr lang="en-US" b="1" dirty="0" smtClean="0">
                <a:latin typeface="Power Geez Unicode1" panose="00000400000000000000" pitchFamily="2" charset="0"/>
              </a:rPr>
              <a:t>”</a:t>
            </a:r>
            <a:endParaRPr lang="en-US" b="1" dirty="0">
              <a:solidFill>
                <a:srgbClr val="7030A0"/>
              </a:solidFill>
              <a:latin typeface="Power Geez Unicode1" panose="00000400000000000000" pitchFamily="2" charset="0"/>
            </a:endParaRPr>
          </a:p>
        </p:txBody>
      </p:sp>
    </p:spTree>
    <p:extLst>
      <p:ext uri="{BB962C8B-B14F-4D97-AF65-F5344CB8AC3E}">
        <p14:creationId xmlns:p14="http://schemas.microsoft.com/office/powerpoint/2010/main" val="2849275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533400"/>
            <a:ext cx="8839200" cy="6477000"/>
          </a:xfrm>
        </p:spPr>
        <p:txBody>
          <a:bodyPr>
            <a:normAutofit fontScale="70000" lnSpcReduction="20000"/>
          </a:bodyPr>
          <a:lstStyle/>
          <a:p>
            <a:pPr>
              <a:lnSpc>
                <a:spcPct val="170000"/>
              </a:lnSpc>
              <a:buFont typeface="Wingdings" panose="05000000000000000000" pitchFamily="2" charset="2"/>
              <a:buChar char="v"/>
            </a:pPr>
            <a:r>
              <a:rPr lang="en-US" sz="3400" b="1" dirty="0">
                <a:solidFill>
                  <a:srgbClr val="7030A0"/>
                </a:solidFill>
                <a:latin typeface="Power Geez Unicode1" panose="00000400000000000000" pitchFamily="2" charset="0"/>
              </a:rPr>
              <a:t> </a:t>
            </a:r>
            <a:r>
              <a:rPr lang="en-US" sz="3400" b="1" dirty="0" err="1" smtClean="0">
                <a:solidFill>
                  <a:srgbClr val="7030A0"/>
                </a:solidFill>
                <a:latin typeface="Power Geez Unicode1" panose="00000400000000000000" pitchFamily="2" charset="0"/>
              </a:rPr>
              <a:t>ከላይ</a:t>
            </a:r>
            <a:r>
              <a:rPr lang="en-US" sz="3400" b="1" dirty="0" smtClean="0">
                <a:solidFill>
                  <a:srgbClr val="7030A0"/>
                </a:solidFill>
                <a:latin typeface="Power Geez Unicode1" panose="00000400000000000000" pitchFamily="2" charset="0"/>
              </a:rPr>
              <a:t> </a:t>
            </a:r>
            <a:r>
              <a:rPr lang="en-US" sz="3400" b="1" dirty="0" err="1" smtClean="0">
                <a:solidFill>
                  <a:srgbClr val="7030A0"/>
                </a:solidFill>
                <a:latin typeface="Power Geez Unicode1" panose="00000400000000000000" pitchFamily="2" charset="0"/>
              </a:rPr>
              <a:t>በተጠቀሰው</a:t>
            </a:r>
            <a:r>
              <a:rPr lang="en-US" sz="3400" b="1" dirty="0" smtClean="0">
                <a:solidFill>
                  <a:srgbClr val="7030A0"/>
                </a:solidFill>
                <a:latin typeface="Power Geez Unicode1" panose="00000400000000000000" pitchFamily="2" charset="0"/>
              </a:rPr>
              <a:t> </a:t>
            </a:r>
            <a:r>
              <a:rPr lang="en-US" sz="3400" b="1" dirty="0" err="1" smtClean="0">
                <a:solidFill>
                  <a:srgbClr val="7030A0"/>
                </a:solidFill>
                <a:latin typeface="Power Geez Unicode1" panose="00000400000000000000" pitchFamily="2" charset="0"/>
              </a:rPr>
              <a:t>አንቀጽ</a:t>
            </a:r>
            <a:r>
              <a:rPr lang="en-US" sz="3400" b="1" dirty="0" smtClean="0">
                <a:solidFill>
                  <a:srgbClr val="7030A0"/>
                </a:solidFill>
                <a:latin typeface="Power Geez Unicode1" panose="00000400000000000000" pitchFamily="2" charset="0"/>
              </a:rPr>
              <a:t> </a:t>
            </a:r>
            <a:r>
              <a:rPr lang="en-US" sz="3400" b="1" dirty="0" err="1" smtClean="0">
                <a:solidFill>
                  <a:srgbClr val="7030A0"/>
                </a:solidFill>
                <a:latin typeface="Power Geez Unicode1" panose="00000400000000000000" pitchFamily="2" charset="0"/>
              </a:rPr>
              <a:t>ቀጥሎ</a:t>
            </a:r>
            <a:r>
              <a:rPr lang="en-US" sz="3400" b="1" dirty="0" smtClean="0">
                <a:solidFill>
                  <a:srgbClr val="7030A0"/>
                </a:solidFill>
                <a:latin typeface="Power Geez Unicode1" panose="00000400000000000000" pitchFamily="2" charset="0"/>
              </a:rPr>
              <a:t> </a:t>
            </a:r>
            <a:r>
              <a:rPr lang="en-US" sz="3400" b="1" dirty="0" err="1" smtClean="0">
                <a:solidFill>
                  <a:srgbClr val="7030A0"/>
                </a:solidFill>
                <a:latin typeface="Power Geez Unicode1" panose="00000400000000000000" pitchFamily="2" charset="0"/>
              </a:rPr>
              <a:t>ያሉት</a:t>
            </a:r>
            <a:r>
              <a:rPr lang="en-US" sz="3400" b="1" dirty="0" smtClean="0">
                <a:solidFill>
                  <a:srgbClr val="7030A0"/>
                </a:solidFill>
                <a:latin typeface="Power Geez Unicode1" panose="00000400000000000000" pitchFamily="2" charset="0"/>
              </a:rPr>
              <a:t> </a:t>
            </a:r>
            <a:r>
              <a:rPr lang="en-US" sz="3400" b="1" dirty="0" err="1" smtClean="0">
                <a:solidFill>
                  <a:srgbClr val="7030A0"/>
                </a:solidFill>
                <a:latin typeface="Power Geez Unicode1" panose="00000400000000000000" pitchFamily="2" charset="0"/>
              </a:rPr>
              <a:t>ነገሮች</a:t>
            </a:r>
            <a:r>
              <a:rPr lang="en-US" sz="3400" b="1" dirty="0" smtClean="0">
                <a:solidFill>
                  <a:srgbClr val="7030A0"/>
                </a:solidFill>
                <a:latin typeface="Power Geez Unicode1" panose="00000400000000000000" pitchFamily="2" charset="0"/>
              </a:rPr>
              <a:t> </a:t>
            </a:r>
            <a:r>
              <a:rPr lang="en-US" sz="3400" b="1" dirty="0" err="1" smtClean="0">
                <a:solidFill>
                  <a:srgbClr val="7030A0"/>
                </a:solidFill>
                <a:latin typeface="Power Geez Unicode1" panose="00000400000000000000" pitchFamily="2" charset="0"/>
              </a:rPr>
              <a:t>እንመለከታለን</a:t>
            </a:r>
            <a:endParaRPr lang="en-US" sz="3400" b="1" dirty="0" smtClean="0">
              <a:solidFill>
                <a:srgbClr val="7030A0"/>
              </a:solidFill>
              <a:latin typeface="Power Geez Unicode1" panose="00000400000000000000" pitchFamily="2" charset="0"/>
            </a:endParaRPr>
          </a:p>
          <a:p>
            <a:pPr>
              <a:lnSpc>
                <a:spcPct val="17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እስራኤላዊያን</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ኢየሱስን</a:t>
            </a:r>
            <a:r>
              <a:rPr lang="en-US" b="1" dirty="0" smtClean="0">
                <a:latin typeface="Power Geez Unicode1" panose="00000400000000000000" pitchFamily="2" charset="0"/>
              </a:rPr>
              <a:t> </a:t>
            </a:r>
            <a:r>
              <a:rPr lang="en-US" b="1" dirty="0" err="1" smtClean="0">
                <a:latin typeface="Power Geez Unicode1" panose="00000400000000000000" pitchFamily="2" charset="0"/>
              </a:rPr>
              <a:t>ገደልን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በማለታቸው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ረገምናቸው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ይላል</a:t>
            </a:r>
            <a:endParaRPr lang="en-US" b="1" dirty="0">
              <a:latin typeface="Power Geez Unicode1" panose="00000400000000000000" pitchFamily="2" charset="0"/>
            </a:endParaRPr>
          </a:p>
          <a:p>
            <a:pPr>
              <a:lnSpc>
                <a:spcPct val="170000"/>
              </a:lnSpc>
              <a:buFont typeface="Wingdings" panose="05000000000000000000" pitchFamily="2" charset="2"/>
              <a:buChar char="§"/>
            </a:pPr>
            <a:r>
              <a:rPr lang="en-US" b="1" dirty="0" smtClean="0">
                <a:latin typeface="Power Geez Unicode1" panose="00000400000000000000" pitchFamily="2" charset="0"/>
              </a:rPr>
              <a:t> </a:t>
            </a:r>
            <a:r>
              <a:rPr lang="en-US" b="1" dirty="0" err="1" smtClean="0">
                <a:latin typeface="Power Geez Unicode1" panose="00000400000000000000" pitchFamily="2" charset="0"/>
              </a:rPr>
              <a:t>እስራኤላውያን</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አልሰቀሉትም</a:t>
            </a:r>
            <a:r>
              <a:rPr lang="en-US" b="1" dirty="0" smtClean="0">
                <a:latin typeface="Power Geez Unicode1" panose="00000400000000000000" pitchFamily="2" charset="0"/>
              </a:rPr>
              <a:t> </a:t>
            </a:r>
            <a:r>
              <a:rPr lang="en-US" b="1" dirty="0" err="1" smtClean="0">
                <a:latin typeface="Power Geez Unicode1" panose="00000400000000000000" pitchFamily="2" charset="0"/>
              </a:rPr>
              <a:t>አልገደሉትም</a:t>
            </a:r>
            <a:r>
              <a:rPr lang="en-US" b="1" dirty="0" smtClean="0">
                <a:latin typeface="Power Geez Unicode1" panose="00000400000000000000" pitchFamily="2" charset="0"/>
              </a:rPr>
              <a:t> </a:t>
            </a:r>
            <a:r>
              <a:rPr lang="en-US" b="1" dirty="0" err="1" smtClean="0">
                <a:latin typeface="Power Geez Unicode1" panose="00000400000000000000" pitchFamily="2" charset="0"/>
              </a:rPr>
              <a:t>ይላል</a:t>
            </a:r>
            <a:endParaRPr lang="en-US" b="1" dirty="0" smtClean="0">
              <a:latin typeface="Power Geez Unicode1" panose="00000400000000000000" pitchFamily="2" charset="0"/>
            </a:endParaRPr>
          </a:p>
          <a:p>
            <a:pPr>
              <a:lnSpc>
                <a:spcPct val="170000"/>
              </a:lnSpc>
              <a:buFont typeface="Wingdings" panose="05000000000000000000" pitchFamily="2" charset="2"/>
              <a:buChar char="§"/>
            </a:pPr>
            <a:r>
              <a:rPr lang="en-US" b="1" dirty="0" err="1" smtClean="0">
                <a:latin typeface="Power Geez Unicode1" panose="00000400000000000000" pitchFamily="2" charset="0"/>
              </a:rPr>
              <a:t>በኢየሱስ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ፈንታ</a:t>
            </a:r>
            <a:r>
              <a:rPr lang="en-US" b="1" dirty="0" smtClean="0">
                <a:latin typeface="Power Geez Unicode1" panose="00000400000000000000" pitchFamily="2" charset="0"/>
              </a:rPr>
              <a:t> </a:t>
            </a:r>
            <a:r>
              <a:rPr lang="en-US" b="1" dirty="0" err="1" smtClean="0">
                <a:latin typeface="Power Geez Unicode1" panose="00000400000000000000" pitchFamily="2" charset="0"/>
              </a:rPr>
              <a:t>ሌላ</a:t>
            </a:r>
            <a:r>
              <a:rPr lang="en-US" b="1" dirty="0" smtClean="0">
                <a:latin typeface="Power Geez Unicode1" panose="00000400000000000000" pitchFamily="2" charset="0"/>
              </a:rPr>
              <a:t> </a:t>
            </a:r>
            <a:r>
              <a:rPr lang="en-US" b="1" dirty="0" err="1" smtClean="0">
                <a:latin typeface="Power Geez Unicode1" panose="00000400000000000000" pitchFamily="2" charset="0"/>
              </a:rPr>
              <a:t>ሰው</a:t>
            </a:r>
            <a:r>
              <a:rPr lang="en-US" b="1" dirty="0" smtClean="0">
                <a:latin typeface="Power Geez Unicode1" panose="00000400000000000000" pitchFamily="2" charset="0"/>
              </a:rPr>
              <a:t> </a:t>
            </a:r>
            <a:r>
              <a:rPr lang="en-US" b="1" dirty="0" err="1" smtClean="0">
                <a:latin typeface="Power Geez Unicode1" panose="00000400000000000000" pitchFamily="2" charset="0"/>
              </a:rPr>
              <a:t>ተሰቀለ</a:t>
            </a:r>
            <a:r>
              <a:rPr lang="en-US" b="1" dirty="0" smtClean="0">
                <a:latin typeface="Power Geez Unicode1" panose="00000400000000000000" pitchFamily="2" charset="0"/>
              </a:rPr>
              <a:t> </a:t>
            </a:r>
            <a:r>
              <a:rPr lang="en-US" b="1" dirty="0" err="1" smtClean="0">
                <a:latin typeface="Power Geez Unicode1" panose="00000400000000000000" pitchFamily="2" charset="0"/>
              </a:rPr>
              <a:t>ይላል</a:t>
            </a:r>
            <a:endParaRPr lang="en-US" b="1" dirty="0" smtClean="0">
              <a:latin typeface="Power Geez Unicode1" panose="00000400000000000000" pitchFamily="2" charset="0"/>
            </a:endParaRPr>
          </a:p>
          <a:p>
            <a:pPr>
              <a:lnSpc>
                <a:spcPct val="17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እስራኤላውያን</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መገደል</a:t>
            </a:r>
            <a:r>
              <a:rPr lang="en-US" b="1" dirty="0" smtClean="0">
                <a:latin typeface="Power Geez Unicode1" panose="00000400000000000000" pitchFamily="2" charset="0"/>
              </a:rPr>
              <a:t> </a:t>
            </a:r>
            <a:r>
              <a:rPr lang="en-US" b="1" dirty="0" err="1" smtClean="0">
                <a:latin typeface="Power Geez Unicode1" panose="00000400000000000000" pitchFamily="2" charset="0"/>
              </a:rPr>
              <a:t>በጥርጣሬ</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ናቸው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ይላል</a:t>
            </a:r>
            <a:endParaRPr lang="en-US" b="1" dirty="0" smtClean="0">
              <a:latin typeface="Power Geez Unicode1" panose="00000400000000000000" pitchFamily="2" charset="0"/>
            </a:endParaRPr>
          </a:p>
          <a:p>
            <a:pPr>
              <a:lnSpc>
                <a:spcPct val="17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የመጽሐፉ</a:t>
            </a:r>
            <a:r>
              <a:rPr lang="en-US" b="1" dirty="0" smtClean="0">
                <a:latin typeface="Power Geez Unicode1" panose="00000400000000000000" pitchFamily="2" charset="0"/>
              </a:rPr>
              <a:t> </a:t>
            </a:r>
            <a:r>
              <a:rPr lang="en-US" b="1" dirty="0" err="1" smtClean="0">
                <a:latin typeface="Power Geez Unicode1" panose="00000400000000000000" pitchFamily="2" charset="0"/>
              </a:rPr>
              <a:t>ሰዎች</a:t>
            </a:r>
            <a:r>
              <a:rPr lang="en-US" b="1" dirty="0" smtClean="0">
                <a:latin typeface="Power Geez Unicode1" panose="00000400000000000000" pitchFamily="2" charset="0"/>
              </a:rPr>
              <a:t> (</a:t>
            </a:r>
            <a:r>
              <a:rPr lang="en-US" b="1" dirty="0" err="1" smtClean="0">
                <a:latin typeface="Power Geez Unicode1" panose="00000400000000000000" pitchFamily="2" charset="0"/>
              </a:rPr>
              <a:t>ክርስቲያኖችና</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አይሁዶች</a:t>
            </a:r>
            <a:r>
              <a:rPr lang="en-US" b="1" dirty="0" smtClean="0">
                <a:latin typeface="Power Geez Unicode1" panose="00000400000000000000" pitchFamily="2" charset="0"/>
              </a:rPr>
              <a:t>) </a:t>
            </a:r>
            <a:r>
              <a:rPr lang="en-US" b="1" dirty="0" err="1" smtClean="0">
                <a:latin typeface="Power Geez Unicode1" panose="00000400000000000000" pitchFamily="2" charset="0"/>
              </a:rPr>
              <a:t>ሁሉ</a:t>
            </a:r>
            <a:r>
              <a:rPr lang="en-US" b="1" dirty="0" smtClean="0">
                <a:latin typeface="Power Geez Unicode1" panose="00000400000000000000" pitchFamily="2" charset="0"/>
              </a:rPr>
              <a:t> </a:t>
            </a:r>
            <a:r>
              <a:rPr lang="en-US" b="1" dirty="0" err="1" smtClean="0">
                <a:latin typeface="Power Geez Unicode1" panose="00000400000000000000" pitchFamily="2" charset="0"/>
              </a:rPr>
              <a:t>ከመሞቱ</a:t>
            </a:r>
            <a:r>
              <a:rPr lang="en-US" b="1" dirty="0" smtClean="0">
                <a:latin typeface="Power Geez Unicode1" panose="00000400000000000000" pitchFamily="2" charset="0"/>
              </a:rPr>
              <a:t> </a:t>
            </a:r>
            <a:r>
              <a:rPr lang="en-US" b="1" dirty="0" err="1" smtClean="0">
                <a:latin typeface="Power Geez Unicode1" panose="00000400000000000000" pitchFamily="2" charset="0"/>
              </a:rPr>
              <a:t>በፊት</a:t>
            </a:r>
            <a:r>
              <a:rPr lang="en-US" b="1" dirty="0" smtClean="0">
                <a:latin typeface="Power Geez Unicode1" panose="00000400000000000000" pitchFamily="2" charset="0"/>
              </a:rPr>
              <a:t> </a:t>
            </a:r>
            <a:r>
              <a:rPr lang="en-US" b="1" dirty="0" err="1" smtClean="0">
                <a:latin typeface="Power Geez Unicode1" panose="00000400000000000000" pitchFamily="2" charset="0"/>
              </a:rPr>
              <a:t>በእርሰሱ</a:t>
            </a:r>
            <a:r>
              <a:rPr lang="en-US" b="1" dirty="0" smtClean="0">
                <a:latin typeface="Power Geez Unicode1" panose="00000400000000000000" pitchFamily="2" charset="0"/>
              </a:rPr>
              <a:t> </a:t>
            </a:r>
            <a:r>
              <a:rPr lang="en-US" b="1" dirty="0" err="1" smtClean="0">
                <a:latin typeface="Power Geez Unicode1" panose="00000400000000000000" pitchFamily="2" charset="0"/>
              </a:rPr>
              <a:t>ያምናሉ</a:t>
            </a:r>
            <a:r>
              <a:rPr lang="en-US" b="1" dirty="0" smtClean="0">
                <a:latin typeface="Power Geez Unicode1" panose="00000400000000000000" pitchFamily="2" charset="0"/>
              </a:rPr>
              <a:t> </a:t>
            </a:r>
            <a:r>
              <a:rPr lang="en-US" b="1" dirty="0" err="1" smtClean="0">
                <a:latin typeface="Power Geez Unicode1" panose="00000400000000000000" pitchFamily="2" charset="0"/>
              </a:rPr>
              <a:t>ይላል</a:t>
            </a:r>
            <a:r>
              <a:rPr lang="en-US" b="1" dirty="0" smtClean="0">
                <a:latin typeface="Power Geez Unicode1" panose="00000400000000000000" pitchFamily="2" charset="0"/>
              </a:rPr>
              <a:t>፡፡ </a:t>
            </a:r>
            <a:r>
              <a:rPr lang="en-US" b="1" dirty="0" err="1" smtClean="0">
                <a:latin typeface="Power Geez Unicode1" panose="00000400000000000000" pitchFamily="2" charset="0"/>
              </a:rPr>
              <a:t>በዚህ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ጉዳይ</a:t>
            </a:r>
            <a:r>
              <a:rPr lang="en-US" b="1" dirty="0" smtClean="0">
                <a:latin typeface="Power Geez Unicode1" panose="00000400000000000000" pitchFamily="2" charset="0"/>
              </a:rPr>
              <a:t> </a:t>
            </a:r>
            <a:r>
              <a:rPr lang="en-US" b="1" dirty="0" err="1" smtClean="0">
                <a:latin typeface="Power Geez Unicode1" panose="00000400000000000000" pitchFamily="2" charset="0"/>
              </a:rPr>
              <a:t>ሁለት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አመለካከት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አለ</a:t>
            </a:r>
            <a:r>
              <a:rPr lang="en-US" b="1" dirty="0" smtClean="0">
                <a:latin typeface="Power Geez Unicode1" panose="00000400000000000000" pitchFamily="2" charset="0"/>
              </a:rPr>
              <a:t>፡፡ </a:t>
            </a:r>
            <a:r>
              <a:rPr lang="en-US" b="1" dirty="0" err="1" smtClean="0">
                <a:latin typeface="Power Geez Unicode1" panose="00000400000000000000" pitchFamily="2" charset="0"/>
              </a:rPr>
              <a:t>እነርሱም</a:t>
            </a:r>
            <a:r>
              <a:rPr lang="en-US" b="1" dirty="0" smtClean="0">
                <a:latin typeface="Power Geez Unicode1" panose="00000400000000000000" pitchFamily="2" charset="0"/>
              </a:rPr>
              <a:t>፡- 1) </a:t>
            </a:r>
            <a:r>
              <a:rPr lang="en-US" b="1" dirty="0" err="1" smtClean="0">
                <a:latin typeface="Power Geez Unicode1" panose="00000400000000000000" pitchFamily="2" charset="0"/>
              </a:rPr>
              <a:t>የመጽሐፉ</a:t>
            </a:r>
            <a:r>
              <a:rPr lang="en-US" b="1" dirty="0" smtClean="0">
                <a:latin typeface="Power Geez Unicode1" panose="00000400000000000000" pitchFamily="2" charset="0"/>
              </a:rPr>
              <a:t> </a:t>
            </a:r>
            <a:r>
              <a:rPr lang="en-US" b="1" dirty="0" err="1" smtClean="0">
                <a:latin typeface="Power Geez Unicode1" panose="00000400000000000000" pitchFamily="2" charset="0"/>
              </a:rPr>
              <a:t>ሰዎች</a:t>
            </a:r>
            <a:r>
              <a:rPr lang="en-US" b="1" dirty="0" smtClean="0">
                <a:latin typeface="Power Geez Unicode1" panose="00000400000000000000" pitchFamily="2" charset="0"/>
              </a:rPr>
              <a:t> </a:t>
            </a:r>
            <a:r>
              <a:rPr lang="en-US" b="1" dirty="0" err="1" smtClean="0">
                <a:latin typeface="Power Geez Unicode1" panose="00000400000000000000" pitchFamily="2" charset="0"/>
              </a:rPr>
              <a:t>ከመሞታቸው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በፊት</a:t>
            </a:r>
            <a:r>
              <a:rPr lang="en-US" b="1" dirty="0" smtClean="0">
                <a:latin typeface="Power Geez Unicode1" panose="00000400000000000000" pitchFamily="2" charset="0"/>
              </a:rPr>
              <a:t> </a:t>
            </a:r>
            <a:r>
              <a:rPr lang="en-US" b="1" dirty="0" err="1" smtClean="0">
                <a:latin typeface="Power Geez Unicode1" panose="00000400000000000000" pitchFamily="2" charset="0"/>
              </a:rPr>
              <a:t>በክርስቶስ</a:t>
            </a:r>
            <a:r>
              <a:rPr lang="en-US" b="1" dirty="0" smtClean="0">
                <a:latin typeface="Power Geez Unicode1" panose="00000400000000000000" pitchFamily="2" charset="0"/>
              </a:rPr>
              <a:t> </a:t>
            </a:r>
            <a:r>
              <a:rPr lang="en-US" b="1" dirty="0" err="1" smtClean="0">
                <a:latin typeface="Power Geez Unicode1" panose="00000400000000000000" pitchFamily="2" charset="0"/>
              </a:rPr>
              <a:t>ያምናሉ</a:t>
            </a:r>
            <a:r>
              <a:rPr lang="en-US" b="1" dirty="0" smtClean="0">
                <a:latin typeface="Power Geez Unicode1" panose="00000400000000000000" pitchFamily="2" charset="0"/>
              </a:rPr>
              <a:t>፡፡ </a:t>
            </a:r>
            <a:r>
              <a:rPr lang="en-US" b="1" dirty="0" err="1" smtClean="0">
                <a:latin typeface="Power Geez Unicode1" panose="00000400000000000000" pitchFamily="2" charset="0"/>
              </a:rPr>
              <a:t>በእርሱ</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ስለሚያምኑት</a:t>
            </a:r>
            <a:r>
              <a:rPr lang="en-US" b="1" dirty="0" smtClean="0">
                <a:latin typeface="Power Geez Unicode1" panose="00000400000000000000" pitchFamily="2" charset="0"/>
              </a:rPr>
              <a:t> </a:t>
            </a:r>
            <a:r>
              <a:rPr lang="en-US" b="1" dirty="0" err="1" smtClean="0">
                <a:latin typeface="Power Geez Unicode1" panose="00000400000000000000" pitchFamily="2" charset="0"/>
              </a:rPr>
              <a:t>እምነት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ምን</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እንደሆነ</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አይገልጽም</a:t>
            </a:r>
            <a:r>
              <a:rPr lang="en-US" b="1" dirty="0" smtClean="0">
                <a:latin typeface="Power Geez Unicode1" panose="00000400000000000000" pitchFamily="2" charset="0"/>
              </a:rPr>
              <a:t>፡፡ 2) </a:t>
            </a:r>
            <a:r>
              <a:rPr lang="en-US" b="1" dirty="0" err="1">
                <a:latin typeface="Power Geez Unicode1" panose="00000400000000000000" pitchFamily="2" charset="0"/>
              </a:rPr>
              <a:t>ኢ</a:t>
            </a:r>
            <a:r>
              <a:rPr lang="en-US" b="1" dirty="0" err="1" smtClean="0">
                <a:latin typeface="Power Geez Unicode1" panose="00000400000000000000" pitchFamily="2" charset="0"/>
              </a:rPr>
              <a:t>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ዳግም</a:t>
            </a:r>
            <a:r>
              <a:rPr lang="en-US" b="1" dirty="0" smtClean="0">
                <a:latin typeface="Power Geez Unicode1" panose="00000400000000000000" pitchFamily="2" charset="0"/>
              </a:rPr>
              <a:t> </a:t>
            </a:r>
            <a:r>
              <a:rPr lang="en-US" b="1" dirty="0" err="1" smtClean="0">
                <a:latin typeface="Power Geez Unicode1" panose="00000400000000000000" pitchFamily="2" charset="0"/>
              </a:rPr>
              <a:t>ሲመጣ</a:t>
            </a:r>
            <a:r>
              <a:rPr lang="en-US" b="1" dirty="0" smtClean="0">
                <a:latin typeface="Power Geez Unicode1" panose="00000400000000000000" pitchFamily="2" charset="0"/>
              </a:rPr>
              <a:t> </a:t>
            </a:r>
            <a:r>
              <a:rPr lang="en-US" b="1" dirty="0" err="1" smtClean="0">
                <a:latin typeface="Power Geez Unicode1" panose="00000400000000000000" pitchFamily="2" charset="0"/>
              </a:rPr>
              <a:t>የመጽሐፉ</a:t>
            </a:r>
            <a:r>
              <a:rPr lang="en-US" b="1" dirty="0" smtClean="0">
                <a:latin typeface="Power Geez Unicode1" panose="00000400000000000000" pitchFamily="2" charset="0"/>
              </a:rPr>
              <a:t> </a:t>
            </a:r>
            <a:r>
              <a:rPr lang="en-US" b="1" dirty="0" err="1" smtClean="0">
                <a:latin typeface="Power Geez Unicode1" panose="00000400000000000000" pitchFamily="2" charset="0"/>
              </a:rPr>
              <a:t>ሰዎች</a:t>
            </a:r>
            <a:r>
              <a:rPr lang="en-US" b="1" dirty="0" smtClean="0">
                <a:latin typeface="Power Geez Unicode1" panose="00000400000000000000" pitchFamily="2" charset="0"/>
              </a:rPr>
              <a:t> </a:t>
            </a:r>
            <a:r>
              <a:rPr lang="en-US" b="1" dirty="0" err="1" smtClean="0">
                <a:latin typeface="Power Geez Unicode1" panose="00000400000000000000" pitchFamily="2" charset="0"/>
              </a:rPr>
              <a:t>በእርሱ</a:t>
            </a:r>
            <a:r>
              <a:rPr lang="en-US" b="1" dirty="0" smtClean="0">
                <a:latin typeface="Power Geez Unicode1" panose="00000400000000000000" pitchFamily="2" charset="0"/>
              </a:rPr>
              <a:t> </a:t>
            </a:r>
            <a:r>
              <a:rPr lang="en-US" b="1" dirty="0" err="1" smtClean="0">
                <a:latin typeface="Power Geez Unicode1" panose="00000400000000000000" pitchFamily="2" charset="0"/>
              </a:rPr>
              <a:t>ያምናሉ</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የሚል</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a:t>
            </a:r>
          </a:p>
          <a:p>
            <a:pPr marL="0" indent="0">
              <a:buNone/>
            </a:pPr>
            <a:endParaRPr lang="en-US" dirty="0"/>
          </a:p>
        </p:txBody>
      </p:sp>
    </p:spTree>
    <p:extLst>
      <p:ext uri="{BB962C8B-B14F-4D97-AF65-F5344CB8AC3E}">
        <p14:creationId xmlns:p14="http://schemas.microsoft.com/office/powerpoint/2010/main" val="3527452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04800"/>
            <a:ext cx="8991600" cy="6400800"/>
          </a:xfrm>
        </p:spPr>
        <p:txBody>
          <a:bodyPr>
            <a:normAutofit fontScale="85000" lnSpcReduction="20000"/>
          </a:bodyPr>
          <a:lstStyle/>
          <a:p>
            <a:pPr>
              <a:lnSpc>
                <a:spcPct val="150000"/>
              </a:lnSpc>
              <a:buFont typeface="Wingdings" panose="05000000000000000000" pitchFamily="2" charset="2"/>
              <a:buChar char="v"/>
            </a:pP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ከላይ</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በተጠቀሰው</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የቁርአን</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አንቀጽ</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ላይ</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ሊነሱ</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የሚገቡ</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ጥያቄዎች</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አሉ</a:t>
            </a:r>
            <a:r>
              <a:rPr lang="en-US" b="1" dirty="0" smtClean="0">
                <a:solidFill>
                  <a:srgbClr val="7030A0"/>
                </a:solidFill>
                <a:latin typeface="Power Geez Unicode1" panose="00000400000000000000" pitchFamily="2" charset="0"/>
              </a:rPr>
              <a:t>፡-</a:t>
            </a:r>
          </a:p>
          <a:p>
            <a:pPr marL="514350" indent="-514350">
              <a:lnSpc>
                <a:spcPct val="150000"/>
              </a:lnSpc>
              <a:buFont typeface="Arial" panose="020B0604020202020204" pitchFamily="34" charset="0"/>
              <a:buAutoNum type="arabicPeriod"/>
            </a:pPr>
            <a:r>
              <a:rPr lang="en-US" b="1" dirty="0" err="1" smtClean="0">
                <a:latin typeface="Power Geez Unicode1" panose="00000400000000000000" pitchFamily="2" charset="0"/>
              </a:rPr>
              <a:t>በኢየሱስ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ምትክ</a:t>
            </a:r>
            <a:r>
              <a:rPr lang="en-US" b="1" dirty="0" smtClean="0">
                <a:latin typeface="Power Geez Unicode1" panose="00000400000000000000" pitchFamily="2" charset="0"/>
              </a:rPr>
              <a:t> </a:t>
            </a:r>
            <a:r>
              <a:rPr lang="en-US" b="1" dirty="0" err="1" smtClean="0">
                <a:latin typeface="Power Geez Unicode1" panose="00000400000000000000" pitchFamily="2" charset="0"/>
              </a:rPr>
              <a:t>የሞተው</a:t>
            </a:r>
            <a:r>
              <a:rPr lang="en-US" b="1" dirty="0" smtClean="0">
                <a:latin typeface="Power Geez Unicode1" panose="00000400000000000000" pitchFamily="2" charset="0"/>
              </a:rPr>
              <a:t> </a:t>
            </a:r>
            <a:r>
              <a:rPr lang="en-US" b="1" dirty="0" err="1" smtClean="0">
                <a:latin typeface="Power Geez Unicode1" panose="00000400000000000000" pitchFamily="2" charset="0"/>
              </a:rPr>
              <a:t>ሰው</a:t>
            </a:r>
            <a:r>
              <a:rPr lang="en-US" b="1" dirty="0" smtClean="0">
                <a:latin typeface="Power Geez Unicode1" panose="00000400000000000000" pitchFamily="2" charset="0"/>
              </a:rPr>
              <a:t> </a:t>
            </a:r>
            <a:r>
              <a:rPr lang="en-US" b="1" dirty="0" err="1" smtClean="0">
                <a:latin typeface="Power Geez Unicode1" panose="00000400000000000000" pitchFamily="2" charset="0"/>
              </a:rPr>
              <a:t>ማን</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a:t>
            </a:r>
            <a:endParaRPr lang="en-US" b="1" dirty="0" smtClean="0">
              <a:latin typeface="Power Geez Unicode1" panose="00000400000000000000" pitchFamily="2" charset="0"/>
            </a:endParaRPr>
          </a:p>
          <a:p>
            <a:pPr marL="514350" indent="-514350">
              <a:lnSpc>
                <a:spcPct val="150000"/>
              </a:lnSpc>
              <a:buFont typeface="Arial" panose="020B0604020202020204" pitchFamily="34" charset="0"/>
              <a:buAutoNum type="arabicPeriod"/>
            </a:pPr>
            <a:r>
              <a:rPr lang="en-US" b="1" dirty="0" err="1" smtClean="0">
                <a:latin typeface="Power Geez Unicode1" panose="00000400000000000000" pitchFamily="2" charset="0"/>
              </a:rPr>
              <a:t>በኢየሱስ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ፈንታ</a:t>
            </a:r>
            <a:r>
              <a:rPr lang="en-US" b="1" dirty="0" smtClean="0">
                <a:latin typeface="Power Geez Unicode1" panose="00000400000000000000" pitchFamily="2" charset="0"/>
              </a:rPr>
              <a:t> </a:t>
            </a:r>
            <a:r>
              <a:rPr lang="en-US" b="1" dirty="0" err="1" smtClean="0">
                <a:latin typeface="Power Geez Unicode1" panose="00000400000000000000" pitchFamily="2" charset="0"/>
              </a:rPr>
              <a:t>ሌላ</a:t>
            </a:r>
            <a:r>
              <a:rPr lang="en-US" b="1" dirty="0" smtClean="0">
                <a:latin typeface="Power Geez Unicode1" panose="00000400000000000000" pitchFamily="2" charset="0"/>
              </a:rPr>
              <a:t> </a:t>
            </a:r>
            <a:r>
              <a:rPr lang="en-US" b="1" dirty="0" err="1" smtClean="0">
                <a:latin typeface="Power Geez Unicode1" panose="00000400000000000000" pitchFamily="2" charset="0"/>
              </a:rPr>
              <a:t>ሰው</a:t>
            </a:r>
            <a:r>
              <a:rPr lang="en-US" b="1" dirty="0" smtClean="0">
                <a:latin typeface="Power Geez Unicode1" panose="00000400000000000000" pitchFamily="2" charset="0"/>
              </a:rPr>
              <a:t> </a:t>
            </a:r>
            <a:r>
              <a:rPr lang="en-US" b="1" dirty="0" err="1" smtClean="0">
                <a:latin typeface="Power Geez Unicode1" panose="00000400000000000000" pitchFamily="2" charset="0"/>
              </a:rPr>
              <a:t>ሲቀየር</a:t>
            </a:r>
            <a:r>
              <a:rPr lang="en-US" b="1" dirty="0" smtClean="0">
                <a:latin typeface="Power Geez Unicode1" panose="00000400000000000000" pitchFamily="2" charset="0"/>
              </a:rPr>
              <a:t> </a:t>
            </a:r>
            <a:r>
              <a:rPr lang="en-US" b="1" dirty="0" err="1" smtClean="0">
                <a:latin typeface="Power Geez Unicode1" panose="00000400000000000000" pitchFamily="2" charset="0"/>
              </a:rPr>
              <a:t>ገዳዮቹ</a:t>
            </a:r>
            <a:r>
              <a:rPr lang="en-US" b="1" dirty="0" smtClean="0">
                <a:latin typeface="Power Geez Unicode1" panose="00000400000000000000" pitchFamily="2" charset="0"/>
              </a:rPr>
              <a:t> </a:t>
            </a:r>
            <a:r>
              <a:rPr lang="en-US" b="1" dirty="0" err="1" smtClean="0">
                <a:latin typeface="Power Geez Unicode1" panose="00000400000000000000" pitchFamily="2" charset="0"/>
              </a:rPr>
              <a:t>የሰውየውን</a:t>
            </a:r>
            <a:r>
              <a:rPr lang="en-US" b="1" dirty="0" smtClean="0">
                <a:latin typeface="Power Geez Unicode1" panose="00000400000000000000" pitchFamily="2" charset="0"/>
              </a:rPr>
              <a:t> </a:t>
            </a:r>
            <a:r>
              <a:rPr lang="en-US" b="1" dirty="0" err="1" smtClean="0">
                <a:latin typeface="Power Geez Unicode1" panose="00000400000000000000" pitchFamily="2" charset="0"/>
              </a:rPr>
              <a:t>ውጫዊ</a:t>
            </a:r>
            <a:r>
              <a:rPr lang="en-US" b="1" dirty="0" smtClean="0">
                <a:latin typeface="Power Geez Unicode1" panose="00000400000000000000" pitchFamily="2" charset="0"/>
              </a:rPr>
              <a:t> </a:t>
            </a:r>
            <a:r>
              <a:rPr lang="en-US" b="1" dirty="0" err="1" smtClean="0">
                <a:latin typeface="Power Geez Unicode1" panose="00000400000000000000" pitchFamily="2" charset="0"/>
              </a:rPr>
              <a:t>ገጽታ</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አይተው</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እንዴት</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አለመሆኑን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አላወቁም</a:t>
            </a:r>
            <a:r>
              <a:rPr lang="en-US" b="1" dirty="0" smtClean="0">
                <a:latin typeface="Power Geez Unicode1" panose="00000400000000000000" pitchFamily="2" charset="0"/>
              </a:rPr>
              <a:t>?</a:t>
            </a:r>
            <a:endParaRPr lang="en-US" b="1" dirty="0" smtClean="0">
              <a:latin typeface="Power Geez Unicode1" panose="00000400000000000000" pitchFamily="2" charset="0"/>
            </a:endParaRPr>
          </a:p>
          <a:p>
            <a:pPr marL="514350" indent="-514350">
              <a:lnSpc>
                <a:spcPct val="150000"/>
              </a:lnSpc>
              <a:buFont typeface="Arial" panose="020B0604020202020204" pitchFamily="34" charset="0"/>
              <a:buAutoNum type="arabicPeriod"/>
            </a:pPr>
            <a:r>
              <a:rPr lang="en-US" b="1" dirty="0">
                <a:latin typeface="Power Geez Unicode1" panose="00000400000000000000" pitchFamily="2" charset="0"/>
              </a:rPr>
              <a:t> </a:t>
            </a:r>
            <a:r>
              <a:rPr lang="en-US" b="1" dirty="0" err="1" smtClean="0">
                <a:latin typeface="Power Geez Unicode1" panose="00000400000000000000" pitchFamily="2" charset="0"/>
              </a:rPr>
              <a:t>የተሰቀለውስ</a:t>
            </a:r>
            <a:r>
              <a:rPr lang="en-US" b="1" dirty="0" smtClean="0">
                <a:latin typeface="Power Geez Unicode1" panose="00000400000000000000" pitchFamily="2" charset="0"/>
              </a:rPr>
              <a:t> </a:t>
            </a:r>
            <a:r>
              <a:rPr lang="en-US" b="1" dirty="0" err="1" smtClean="0">
                <a:latin typeface="Power Geez Unicode1" panose="00000400000000000000" pitchFamily="2" charset="0"/>
              </a:rPr>
              <a:t>ሰው</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አይደለሁም</a:t>
            </a:r>
            <a:r>
              <a:rPr lang="en-US" b="1" dirty="0" smtClean="0">
                <a:latin typeface="Power Geez Unicode1" panose="00000400000000000000" pitchFamily="2" charset="0"/>
              </a:rPr>
              <a:t> </a:t>
            </a:r>
            <a:r>
              <a:rPr lang="en-US" b="1" dirty="0" err="1" smtClean="0">
                <a:latin typeface="Power Geez Unicode1" panose="00000400000000000000" pitchFamily="2" charset="0"/>
              </a:rPr>
              <a:t>ብሎ</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እንዴት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አልተናገረም</a:t>
            </a:r>
            <a:r>
              <a:rPr lang="en-US" b="1" dirty="0" smtClean="0">
                <a:latin typeface="Power Geez Unicode1" panose="00000400000000000000" pitchFamily="2" charset="0"/>
              </a:rPr>
              <a:t>/</a:t>
            </a:r>
            <a:r>
              <a:rPr lang="en-US" b="1" dirty="0" err="1" smtClean="0">
                <a:latin typeface="Power Geez Unicode1" panose="00000400000000000000" pitchFamily="2" charset="0"/>
              </a:rPr>
              <a:t>አልጮ</a:t>
            </a:r>
            <a:r>
              <a:rPr lang="am-ET" b="1" dirty="0" smtClean="0">
                <a:latin typeface="Power Geez Unicode1" panose="00000400000000000000" pitchFamily="2" charset="0"/>
              </a:rPr>
              <a:t>ኸ</a:t>
            </a:r>
            <a:r>
              <a:rPr lang="en-US" b="1" dirty="0">
                <a:latin typeface="Power Geez Unicode1" panose="00000400000000000000" pitchFamily="2" charset="0"/>
              </a:rPr>
              <a:t>ም</a:t>
            </a:r>
            <a:r>
              <a:rPr lang="en-US" b="1" dirty="0" smtClean="0">
                <a:latin typeface="Power Geez Unicode1" panose="00000400000000000000" pitchFamily="2" charset="0"/>
              </a:rPr>
              <a:t>?</a:t>
            </a:r>
            <a:endParaRPr lang="en-US" b="1" dirty="0" smtClean="0">
              <a:latin typeface="Power Geez Unicode1" panose="00000400000000000000" pitchFamily="2" charset="0"/>
            </a:endParaRPr>
          </a:p>
          <a:p>
            <a:pPr marL="514350" indent="-514350">
              <a:lnSpc>
                <a:spcPct val="150000"/>
              </a:lnSpc>
              <a:buFont typeface="Arial" panose="020B0604020202020204" pitchFamily="34" charset="0"/>
              <a:buAutoNum type="arabicPeriod"/>
            </a:pPr>
            <a:r>
              <a:rPr lang="en-US" b="1" dirty="0" err="1" smtClean="0">
                <a:latin typeface="Power Geez Unicode1" panose="00000400000000000000" pitchFamily="2" charset="0"/>
              </a:rPr>
              <a:t>አላህ</a:t>
            </a:r>
            <a:r>
              <a:rPr lang="en-US" b="1" dirty="0" smtClean="0">
                <a:latin typeface="Power Geez Unicode1" panose="00000400000000000000" pitchFamily="2" charset="0"/>
              </a:rPr>
              <a:t> </a:t>
            </a:r>
            <a:r>
              <a:rPr lang="en-US" b="1" dirty="0" err="1" smtClean="0">
                <a:latin typeface="Power Geez Unicode1" panose="00000400000000000000" pitchFamily="2" charset="0"/>
              </a:rPr>
              <a:t>ንጹህን</a:t>
            </a:r>
            <a:r>
              <a:rPr lang="en-US" b="1" dirty="0" smtClean="0">
                <a:latin typeface="Power Geez Unicode1" panose="00000400000000000000" pitchFamily="2" charset="0"/>
              </a:rPr>
              <a:t> </a:t>
            </a:r>
            <a:r>
              <a:rPr lang="en-US" b="1" dirty="0" err="1" smtClean="0">
                <a:latin typeface="Power Geez Unicode1" panose="00000400000000000000" pitchFamily="2" charset="0"/>
              </a:rPr>
              <a:t>ሰው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ፈንታ</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እንዲሞት</a:t>
            </a:r>
            <a:r>
              <a:rPr lang="en-US" b="1" dirty="0" smtClean="0">
                <a:latin typeface="Power Geez Unicode1" panose="00000400000000000000" pitchFamily="2" charset="0"/>
              </a:rPr>
              <a:t> </a:t>
            </a:r>
            <a:r>
              <a:rPr lang="en-US" b="1" dirty="0" err="1" smtClean="0">
                <a:latin typeface="Power Geez Unicode1" panose="00000400000000000000" pitchFamily="2" charset="0"/>
              </a:rPr>
              <a:t>ማድረጉ</a:t>
            </a:r>
            <a:r>
              <a:rPr lang="en-US" b="1" dirty="0" smtClean="0">
                <a:latin typeface="Power Geez Unicode1" panose="00000400000000000000" pitchFamily="2" charset="0"/>
              </a:rPr>
              <a:t> </a:t>
            </a:r>
            <a:r>
              <a:rPr lang="en-US" b="1" dirty="0" err="1" smtClean="0">
                <a:latin typeface="Power Geez Unicode1" panose="00000400000000000000" pitchFamily="2" charset="0"/>
              </a:rPr>
              <a:t>ከጻድቅ</a:t>
            </a:r>
            <a:r>
              <a:rPr lang="en-US" b="1" dirty="0" smtClean="0">
                <a:latin typeface="Power Geez Unicode1" panose="00000400000000000000" pitchFamily="2" charset="0"/>
              </a:rPr>
              <a:t> </a:t>
            </a:r>
            <a:r>
              <a:rPr lang="en-US" b="1" dirty="0" err="1" smtClean="0">
                <a:latin typeface="Power Geez Unicode1" panose="00000400000000000000" pitchFamily="2" charset="0"/>
              </a:rPr>
              <a:t>ፈራጅነት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ባህርዩ</a:t>
            </a:r>
            <a:r>
              <a:rPr lang="en-US" b="1" dirty="0" smtClean="0">
                <a:latin typeface="Power Geez Unicode1" panose="00000400000000000000" pitchFamily="2" charset="0"/>
              </a:rPr>
              <a:t> </a:t>
            </a:r>
            <a:r>
              <a:rPr lang="en-US" b="1" dirty="0" err="1" smtClean="0">
                <a:latin typeface="Power Geez Unicode1" panose="00000400000000000000" pitchFamily="2" charset="0"/>
              </a:rPr>
              <a:t>ጋር</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አይጋጭም</a:t>
            </a:r>
            <a:r>
              <a:rPr lang="en-US" b="1" dirty="0" smtClean="0">
                <a:latin typeface="Power Geez Unicode1" panose="00000400000000000000" pitchFamily="2" charset="0"/>
              </a:rPr>
              <a:t> </a:t>
            </a:r>
            <a:r>
              <a:rPr lang="en-US" b="1" dirty="0" err="1" smtClean="0">
                <a:latin typeface="Power Geez Unicode1" panose="00000400000000000000" pitchFamily="2" charset="0"/>
              </a:rPr>
              <a:t>ወይ</a:t>
            </a:r>
            <a:r>
              <a:rPr lang="en-US" b="1" dirty="0" smtClean="0">
                <a:latin typeface="Power Geez Unicode1" panose="00000400000000000000" pitchFamily="2" charset="0"/>
              </a:rPr>
              <a:t>? </a:t>
            </a:r>
            <a:r>
              <a:rPr lang="en-US" b="1" dirty="0" err="1" smtClean="0">
                <a:latin typeface="Power Geez Unicode1" panose="00000400000000000000" pitchFamily="2" charset="0"/>
              </a:rPr>
              <a:t>ፍርደ</a:t>
            </a:r>
            <a:r>
              <a:rPr lang="en-US" b="1" dirty="0" smtClean="0">
                <a:latin typeface="Power Geez Unicode1" panose="00000400000000000000" pitchFamily="2" charset="0"/>
              </a:rPr>
              <a:t> </a:t>
            </a:r>
            <a:r>
              <a:rPr lang="en-US" b="1" dirty="0" err="1" smtClean="0">
                <a:latin typeface="Power Geez Unicode1" panose="00000400000000000000" pitchFamily="2" charset="0"/>
              </a:rPr>
              <a:t>ገምድል</a:t>
            </a:r>
            <a:r>
              <a:rPr lang="en-US" b="1" dirty="0" smtClean="0">
                <a:latin typeface="Power Geez Unicode1" panose="00000400000000000000" pitchFamily="2" charset="0"/>
              </a:rPr>
              <a:t> </a:t>
            </a:r>
            <a:r>
              <a:rPr lang="en-US" b="1" dirty="0" err="1" smtClean="0">
                <a:latin typeface="Power Geez Unicode1" panose="00000400000000000000" pitchFamily="2" charset="0"/>
              </a:rPr>
              <a:t>አያደርገውም</a:t>
            </a:r>
            <a:r>
              <a:rPr lang="en-US" b="1" dirty="0" smtClean="0">
                <a:latin typeface="Power Geez Unicode1" panose="00000400000000000000" pitchFamily="2" charset="0"/>
              </a:rPr>
              <a:t> </a:t>
            </a:r>
            <a:r>
              <a:rPr lang="en-US" b="1" dirty="0" err="1" smtClean="0">
                <a:latin typeface="Power Geez Unicode1" panose="00000400000000000000" pitchFamily="2" charset="0"/>
              </a:rPr>
              <a:t>ወይ</a:t>
            </a:r>
            <a:r>
              <a:rPr lang="en-US" b="1" dirty="0" smtClean="0">
                <a:latin typeface="Power Geez Unicode1" panose="00000400000000000000" pitchFamily="2" charset="0"/>
              </a:rPr>
              <a:t>?</a:t>
            </a:r>
          </a:p>
          <a:p>
            <a:pPr marL="514350" indent="-514350">
              <a:lnSpc>
                <a:spcPct val="150000"/>
              </a:lnSpc>
              <a:buAutoNum type="arabicPeriod"/>
            </a:pPr>
            <a:endParaRPr lang="en-US" b="1" dirty="0">
              <a:latin typeface="Power Geez Unicode1" panose="00000400000000000000" pitchFamily="2" charset="0"/>
            </a:endParaRPr>
          </a:p>
        </p:txBody>
      </p:sp>
    </p:spTree>
    <p:extLst>
      <p:ext uri="{BB962C8B-B14F-4D97-AF65-F5344CB8AC3E}">
        <p14:creationId xmlns:p14="http://schemas.microsoft.com/office/powerpoint/2010/main" val="4124190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81000"/>
            <a:ext cx="8915400" cy="6324600"/>
          </a:xfrm>
        </p:spPr>
        <p:txBody>
          <a:bodyPr>
            <a:normAutofit fontScale="85000" lnSpcReduction="10000"/>
          </a:bodyPr>
          <a:lstStyle/>
          <a:p>
            <a:pPr marL="0" indent="0" algn="just">
              <a:lnSpc>
                <a:spcPct val="160000"/>
              </a:lnSpc>
              <a:buNone/>
            </a:pPr>
            <a:r>
              <a:rPr lang="en-US" b="1" dirty="0" smtClean="0">
                <a:solidFill>
                  <a:srgbClr val="00B050"/>
                </a:solidFill>
                <a:latin typeface="Power Geez Unicode1" panose="00000400000000000000" pitchFamily="2" charset="0"/>
              </a:rPr>
              <a:t>ለ) </a:t>
            </a:r>
            <a:r>
              <a:rPr lang="en-US" b="1" dirty="0" err="1" smtClean="0">
                <a:solidFill>
                  <a:srgbClr val="00B050"/>
                </a:solidFill>
                <a:latin typeface="Power Geez Unicode1" panose="00000400000000000000" pitchFamily="2" charset="0"/>
              </a:rPr>
              <a:t>ስለኢየሱስ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ሞት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ፍንጭ</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የሚሰጡ</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ሌሎች</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የቁርአን</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ጥቅሶች</a:t>
            </a:r>
            <a:endParaRPr lang="en-US" b="1" dirty="0" smtClean="0">
              <a:solidFill>
                <a:srgbClr val="00B050"/>
              </a:solidFill>
              <a:latin typeface="Power Geez Unicode1" panose="00000400000000000000" pitchFamily="2" charset="0"/>
            </a:endParaRPr>
          </a:p>
          <a:p>
            <a:pPr algn="just">
              <a:lnSpc>
                <a:spcPct val="160000"/>
              </a:lnSpc>
              <a:buFont typeface="Wingdings" panose="05000000000000000000" pitchFamily="2" charset="2"/>
              <a:buChar char="v"/>
            </a:pPr>
            <a:r>
              <a:rPr lang="en-US" b="1" dirty="0">
                <a:solidFill>
                  <a:srgbClr val="C00000"/>
                </a:solidFill>
                <a:latin typeface="Power Geez Unicode1" panose="00000400000000000000" pitchFamily="2" charset="0"/>
              </a:rPr>
              <a:t> </a:t>
            </a:r>
            <a:r>
              <a:rPr lang="en-US" b="1" dirty="0" err="1" smtClean="0">
                <a:solidFill>
                  <a:srgbClr val="C00000"/>
                </a:solidFill>
                <a:latin typeface="Power Geez Unicode1" panose="00000400000000000000" pitchFamily="2" charset="0"/>
              </a:rPr>
              <a:t>ሱራ</a:t>
            </a:r>
            <a:r>
              <a:rPr lang="en-US" b="1" dirty="0" smtClean="0">
                <a:solidFill>
                  <a:srgbClr val="C00000"/>
                </a:solidFill>
                <a:latin typeface="Power Geez Unicode1" panose="00000400000000000000" pitchFamily="2" charset="0"/>
              </a:rPr>
              <a:t> 19፡33፡-</a:t>
            </a:r>
            <a:r>
              <a:rPr lang="am-ET" b="1" dirty="0">
                <a:solidFill>
                  <a:srgbClr val="C00000"/>
                </a:solidFill>
              </a:rPr>
              <a:t> </a:t>
            </a:r>
            <a:r>
              <a:rPr lang="am-ET" b="1" dirty="0"/>
              <a:t>"</a:t>
            </a:r>
            <a:r>
              <a:rPr lang="am-ET" b="1" dirty="0" smtClean="0"/>
              <a:t>ሰላምም በእኔ ላይ ነው፡፡ በተወለድሁ ቀን፣ </a:t>
            </a:r>
            <a:r>
              <a:rPr lang="am-ET" b="1" dirty="0" smtClean="0">
                <a:solidFill>
                  <a:srgbClr val="7030A0"/>
                </a:solidFill>
              </a:rPr>
              <a:t>በምሞትበትም ቀን</a:t>
            </a:r>
            <a:r>
              <a:rPr lang="am-ET" b="1" dirty="0" smtClean="0"/>
              <a:t>፣ ሕያው ኾኜ በምቀሰቀስበትም ቀን፡፡“</a:t>
            </a:r>
            <a:endParaRPr lang="en-US" b="1" dirty="0" smtClean="0"/>
          </a:p>
          <a:p>
            <a:pPr algn="just">
              <a:lnSpc>
                <a:spcPct val="160000"/>
              </a:lnSpc>
              <a:buFont typeface="Wingdings" panose="05000000000000000000" pitchFamily="2" charset="2"/>
              <a:buChar char="v"/>
            </a:pPr>
            <a:r>
              <a:rPr lang="en-US" b="1" dirty="0">
                <a:solidFill>
                  <a:srgbClr val="00B050"/>
                </a:solidFill>
                <a:latin typeface="Power Geez Unicode1" panose="00000400000000000000" pitchFamily="2" charset="0"/>
              </a:rPr>
              <a:t> </a:t>
            </a:r>
            <a:r>
              <a:rPr lang="en-US" b="1" dirty="0" err="1" smtClean="0">
                <a:latin typeface="Power Geez Unicode1" panose="00000400000000000000" pitchFamily="2" charset="0"/>
              </a:rPr>
              <a:t>በዚህ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ጥቅስ</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ይህንን</a:t>
            </a:r>
            <a:r>
              <a:rPr lang="en-US" b="1" dirty="0" smtClean="0">
                <a:latin typeface="Power Geez Unicode1" panose="00000400000000000000" pitchFamily="2" charset="0"/>
              </a:rPr>
              <a:t> </a:t>
            </a:r>
            <a:r>
              <a:rPr lang="en-US" b="1" dirty="0" err="1" smtClean="0">
                <a:latin typeface="Power Geez Unicode1" panose="00000400000000000000" pitchFamily="2" charset="0"/>
              </a:rPr>
              <a:t>ንግግር</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የተናገረው</a:t>
            </a:r>
            <a:r>
              <a:rPr lang="en-US" b="1" dirty="0" smtClean="0">
                <a:latin typeface="Power Geez Unicode1" panose="00000400000000000000" pitchFamily="2" charset="0"/>
              </a:rPr>
              <a:t> </a:t>
            </a:r>
            <a:r>
              <a:rPr lang="en-US" b="1" dirty="0" err="1" smtClean="0">
                <a:latin typeface="Power Geez Unicode1" panose="00000400000000000000" pitchFamily="2" charset="0"/>
              </a:rPr>
              <a:t>ህጻን</a:t>
            </a:r>
            <a:r>
              <a:rPr lang="en-US" b="1" dirty="0" smtClean="0">
                <a:latin typeface="Power Geez Unicode1" panose="00000400000000000000" pitchFamily="2" charset="0"/>
              </a:rPr>
              <a:t> </a:t>
            </a:r>
            <a:r>
              <a:rPr lang="en-US" b="1" dirty="0" err="1" smtClean="0">
                <a:latin typeface="Power Geez Unicode1" panose="00000400000000000000" pitchFamily="2" charset="0"/>
              </a:rPr>
              <a:t>ሆኖ</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ስለሆነ</a:t>
            </a:r>
            <a:r>
              <a:rPr lang="en-US" b="1" dirty="0" smtClean="0">
                <a:latin typeface="Power Geez Unicode1" panose="00000400000000000000" pitchFamily="2" charset="0"/>
              </a:rPr>
              <a:t> </a:t>
            </a:r>
            <a:r>
              <a:rPr lang="am-ET" b="1" dirty="0" smtClean="0"/>
              <a:t>"</a:t>
            </a:r>
            <a:r>
              <a:rPr lang="en-US" b="1" dirty="0" err="1" smtClean="0">
                <a:latin typeface="Power Geez Unicode1" panose="00000400000000000000" pitchFamily="2" charset="0"/>
              </a:rPr>
              <a:t>በምሞትበትም</a:t>
            </a:r>
            <a:r>
              <a:rPr lang="en-US" b="1" dirty="0" smtClean="0">
                <a:latin typeface="Power Geez Unicode1" panose="00000400000000000000" pitchFamily="2" charset="0"/>
              </a:rPr>
              <a:t> </a:t>
            </a:r>
            <a:r>
              <a:rPr lang="en-US" b="1" dirty="0" err="1" smtClean="0">
                <a:latin typeface="Power Geez Unicode1" panose="00000400000000000000" pitchFamily="2" charset="0"/>
              </a:rPr>
              <a:t>ቀን</a:t>
            </a:r>
            <a:r>
              <a:rPr lang="am-ET" b="1" dirty="0" smtClean="0"/>
              <a:t>"</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ሐረግ</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በአረብኛው</a:t>
            </a:r>
            <a:r>
              <a:rPr lang="en-US" b="1" dirty="0" smtClean="0">
                <a:latin typeface="Power Geez Unicode1" panose="00000400000000000000" pitchFamily="2" charset="0"/>
              </a:rPr>
              <a:t> </a:t>
            </a:r>
            <a:r>
              <a:rPr lang="en-US" b="1" dirty="0" err="1" smtClean="0">
                <a:latin typeface="Power Geez Unicode1" panose="00000400000000000000" pitchFamily="2" charset="0"/>
              </a:rPr>
              <a:t>ቁርአን</a:t>
            </a:r>
            <a:r>
              <a:rPr lang="en-US" b="1" dirty="0" smtClean="0">
                <a:latin typeface="Power Geez Unicode1" panose="00000400000000000000" pitchFamily="2" charset="0"/>
              </a:rPr>
              <a:t> </a:t>
            </a:r>
            <a:r>
              <a:rPr lang="am-ET" b="1" dirty="0" smtClean="0"/>
              <a:t>" </a:t>
            </a:r>
            <a:r>
              <a:rPr lang="en-US" b="1" dirty="0" err="1" smtClean="0">
                <a:latin typeface="Power Geez Unicode1" panose="00000400000000000000" pitchFamily="2" charset="0"/>
              </a:rPr>
              <a:t>ወየውመ</a:t>
            </a:r>
            <a:r>
              <a:rPr lang="en-US" b="1" dirty="0" smtClean="0">
                <a:latin typeface="Power Geez Unicode1" panose="00000400000000000000" pitchFamily="2" charset="0"/>
              </a:rPr>
              <a:t> </a:t>
            </a:r>
            <a:r>
              <a:rPr lang="en-US" b="1" dirty="0" err="1" smtClean="0">
                <a:latin typeface="Power Geez Unicode1" panose="00000400000000000000" pitchFamily="2" charset="0"/>
              </a:rPr>
              <a:t>አሙቱ</a:t>
            </a:r>
            <a:r>
              <a:rPr lang="am-ET" b="1" dirty="0" smtClean="0"/>
              <a:t> "</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የሚል</a:t>
            </a:r>
            <a:r>
              <a:rPr lang="en-US" b="1" dirty="0" smtClean="0">
                <a:latin typeface="Power Geez Unicode1" panose="00000400000000000000" pitchFamily="2" charset="0"/>
              </a:rPr>
              <a:t> </a:t>
            </a:r>
            <a:r>
              <a:rPr lang="en-US" b="1" dirty="0" err="1" smtClean="0">
                <a:latin typeface="Power Geez Unicode1" panose="00000400000000000000" pitchFamily="2" charset="0"/>
              </a:rPr>
              <a:t>ሐረግን</a:t>
            </a:r>
            <a:r>
              <a:rPr lang="en-US" b="1" dirty="0" smtClean="0">
                <a:latin typeface="Power Geez Unicode1" panose="00000400000000000000" pitchFamily="2" charset="0"/>
              </a:rPr>
              <a:t> </a:t>
            </a:r>
            <a:r>
              <a:rPr lang="en-US" b="1" dirty="0" err="1" smtClean="0">
                <a:latin typeface="Power Geez Unicode1" panose="00000400000000000000" pitchFamily="2" charset="0"/>
              </a:rPr>
              <a:t>ይወክላል</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ይህም</a:t>
            </a:r>
            <a:r>
              <a:rPr lang="en-US" b="1" dirty="0" smtClean="0">
                <a:latin typeface="Power Geez Unicode1" panose="00000400000000000000" pitchFamily="2" charset="0"/>
              </a:rPr>
              <a:t> </a:t>
            </a:r>
            <a:r>
              <a:rPr lang="en-US" b="1" dirty="0" err="1" smtClean="0">
                <a:latin typeface="Power Geez Unicode1" panose="00000400000000000000" pitchFamily="2" charset="0"/>
              </a:rPr>
              <a:t>ማለት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ሰው</a:t>
            </a:r>
            <a:r>
              <a:rPr lang="en-US" b="1" dirty="0" smtClean="0">
                <a:latin typeface="Power Geez Unicode1" panose="00000400000000000000" pitchFamily="2" charset="0"/>
              </a:rPr>
              <a:t> </a:t>
            </a:r>
            <a:r>
              <a:rPr lang="en-US" b="1" dirty="0" err="1" smtClean="0">
                <a:latin typeface="Power Geez Unicode1" panose="00000400000000000000" pitchFamily="2" charset="0"/>
              </a:rPr>
              <a:t>የምድር</a:t>
            </a:r>
            <a:r>
              <a:rPr lang="en-US" b="1" dirty="0" smtClean="0">
                <a:latin typeface="Power Geez Unicode1" panose="00000400000000000000" pitchFamily="2" charset="0"/>
              </a:rPr>
              <a:t> </a:t>
            </a:r>
            <a:r>
              <a:rPr lang="en-US" b="1" dirty="0" err="1" smtClean="0">
                <a:latin typeface="Power Geez Unicode1" panose="00000400000000000000" pitchFamily="2" charset="0"/>
              </a:rPr>
              <a:t>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ቆይታውን</a:t>
            </a:r>
            <a:r>
              <a:rPr lang="en-US" b="1" dirty="0" smtClean="0">
                <a:latin typeface="Power Geez Unicode1" panose="00000400000000000000" pitchFamily="2" charset="0"/>
              </a:rPr>
              <a:t> </a:t>
            </a:r>
            <a:r>
              <a:rPr lang="en-US" b="1" dirty="0" err="1" smtClean="0">
                <a:latin typeface="Power Geez Unicode1" panose="00000400000000000000" pitchFamily="2" charset="0"/>
              </a:rPr>
              <a:t>ጨርሶ</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የሚሞተውን</a:t>
            </a:r>
            <a:r>
              <a:rPr lang="en-US" b="1" dirty="0" smtClean="0">
                <a:latin typeface="Power Geez Unicode1" panose="00000400000000000000" pitchFamily="2" charset="0"/>
              </a:rPr>
              <a:t> </a:t>
            </a:r>
            <a:r>
              <a:rPr lang="en-US" b="1" dirty="0" err="1" smtClean="0">
                <a:latin typeface="Power Geez Unicode1" panose="00000400000000000000" pitchFamily="2" charset="0"/>
              </a:rPr>
              <a:t>ሞት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እንጂ</a:t>
            </a:r>
            <a:r>
              <a:rPr lang="en-US" b="1" dirty="0" smtClean="0">
                <a:latin typeface="Power Geez Unicode1" panose="00000400000000000000" pitchFamily="2" charset="0"/>
              </a:rPr>
              <a:t> </a:t>
            </a:r>
            <a:r>
              <a:rPr lang="en-US" b="1" dirty="0" err="1" smtClean="0">
                <a:latin typeface="Power Geez Unicode1" panose="00000400000000000000" pitchFamily="2" charset="0"/>
              </a:rPr>
              <a:t>ወደ</a:t>
            </a:r>
            <a:r>
              <a:rPr lang="en-US" b="1" dirty="0" smtClean="0">
                <a:latin typeface="Power Geez Unicode1" panose="00000400000000000000" pitchFamily="2" charset="0"/>
              </a:rPr>
              <a:t> </a:t>
            </a:r>
            <a:r>
              <a:rPr lang="en-US" b="1" dirty="0" err="1" smtClean="0">
                <a:latin typeface="Power Geez Unicode1" panose="00000400000000000000" pitchFamily="2" charset="0"/>
              </a:rPr>
              <a:t>ሰማይ</a:t>
            </a:r>
            <a:r>
              <a:rPr lang="en-US" b="1" dirty="0" smtClean="0">
                <a:latin typeface="Power Geez Unicode1" panose="00000400000000000000" pitchFamily="2" charset="0"/>
              </a:rPr>
              <a:t> </a:t>
            </a:r>
            <a:r>
              <a:rPr lang="en-US" b="1" dirty="0" err="1" smtClean="0">
                <a:latin typeface="Power Geez Unicode1" panose="00000400000000000000" pitchFamily="2" charset="0"/>
              </a:rPr>
              <a:t>ካረገ</a:t>
            </a:r>
            <a:r>
              <a:rPr lang="en-US" b="1" dirty="0" smtClean="0">
                <a:latin typeface="Power Geez Unicode1" panose="00000400000000000000" pitchFamily="2" charset="0"/>
              </a:rPr>
              <a:t> </a:t>
            </a:r>
            <a:r>
              <a:rPr lang="en-US" b="1" dirty="0" err="1" smtClean="0">
                <a:latin typeface="Power Geez Unicode1" panose="00000400000000000000" pitchFamily="2" charset="0"/>
              </a:rPr>
              <a:t>በኃላ</a:t>
            </a:r>
            <a:r>
              <a:rPr lang="en-US" b="1" dirty="0" smtClean="0">
                <a:latin typeface="Power Geez Unicode1" panose="00000400000000000000" pitchFamily="2" charset="0"/>
              </a:rPr>
              <a:t> </a:t>
            </a:r>
            <a:r>
              <a:rPr lang="en-US" b="1" dirty="0" err="1" smtClean="0">
                <a:latin typeface="Power Geez Unicode1" panose="00000400000000000000" pitchFamily="2" charset="0"/>
              </a:rPr>
              <a:t>ተመልሶ</a:t>
            </a:r>
            <a:r>
              <a:rPr lang="en-US" b="1" dirty="0" smtClean="0">
                <a:latin typeface="Power Geez Unicode1" panose="00000400000000000000" pitchFamily="2" charset="0"/>
              </a:rPr>
              <a:t> </a:t>
            </a:r>
            <a:r>
              <a:rPr lang="en-US" b="1" dirty="0" err="1" smtClean="0">
                <a:latin typeface="Power Geez Unicode1" panose="00000400000000000000" pitchFamily="2" charset="0"/>
              </a:rPr>
              <a:t>መጥቶ</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የሚሞተውን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ሞት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አይደለም</a:t>
            </a:r>
            <a:r>
              <a:rPr lang="en-US" b="1" dirty="0" smtClean="0">
                <a:latin typeface="Power Geez Unicode1" panose="00000400000000000000" pitchFamily="2" charset="0"/>
              </a:rPr>
              <a:t>፡፡ </a:t>
            </a:r>
          </a:p>
          <a:p>
            <a:pPr marL="0" indent="0" algn="just">
              <a:lnSpc>
                <a:spcPct val="160000"/>
              </a:lnSpc>
              <a:buNone/>
            </a:pPr>
            <a:endParaRPr lang="en-US" b="1" dirty="0">
              <a:latin typeface="Power Geez Unicode1" panose="00000400000000000000" pitchFamily="2" charset="0"/>
            </a:endParaRPr>
          </a:p>
        </p:txBody>
      </p:sp>
    </p:spTree>
    <p:extLst>
      <p:ext uri="{BB962C8B-B14F-4D97-AF65-F5344CB8AC3E}">
        <p14:creationId xmlns:p14="http://schemas.microsoft.com/office/powerpoint/2010/main" val="3122316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457200"/>
            <a:ext cx="8915400" cy="6629400"/>
          </a:xfrm>
        </p:spPr>
        <p:txBody>
          <a:bodyPr>
            <a:normAutofit fontScale="70000" lnSpcReduction="20000"/>
          </a:bodyPr>
          <a:lstStyle/>
          <a:p>
            <a:pPr algn="just">
              <a:lnSpc>
                <a:spcPct val="170000"/>
              </a:lnSpc>
              <a:buFont typeface="Wingdings" panose="05000000000000000000" pitchFamily="2" charset="2"/>
              <a:buChar char="v"/>
            </a:pPr>
            <a:r>
              <a:rPr lang="en-US" b="1" dirty="0" smtClean="0">
                <a:latin typeface="Power Geez Unicode1" panose="00000400000000000000" pitchFamily="2" charset="0"/>
              </a:rPr>
              <a:t> </a:t>
            </a:r>
            <a:r>
              <a:rPr lang="en-US" b="1" dirty="0" err="1" smtClean="0">
                <a:latin typeface="Power Geez Unicode1" panose="00000400000000000000" pitchFamily="2" charset="0"/>
              </a:rPr>
              <a:t>ከዚህ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ጥቅስ</a:t>
            </a:r>
            <a:r>
              <a:rPr lang="en-US" b="1" dirty="0" smtClean="0">
                <a:latin typeface="Power Geez Unicode1" panose="00000400000000000000" pitchFamily="2" charset="0"/>
              </a:rPr>
              <a:t> </a:t>
            </a:r>
            <a:r>
              <a:rPr lang="en-US" b="1" dirty="0" err="1" smtClean="0">
                <a:latin typeface="Power Geez Unicode1" panose="00000400000000000000" pitchFamily="2" charset="0"/>
              </a:rPr>
              <a:t>ጋር</a:t>
            </a:r>
            <a:r>
              <a:rPr lang="en-US" b="1" dirty="0" smtClean="0">
                <a:latin typeface="Power Geez Unicode1" panose="00000400000000000000" pitchFamily="2" charset="0"/>
              </a:rPr>
              <a:t> </a:t>
            </a:r>
            <a:r>
              <a:rPr lang="en-US" b="1" dirty="0" err="1" smtClean="0">
                <a:latin typeface="Power Geez Unicode1" panose="00000400000000000000" pitchFamily="2" charset="0"/>
              </a:rPr>
              <a:t>ተመሳሳይ</a:t>
            </a:r>
            <a:r>
              <a:rPr lang="en-US" b="1" dirty="0" smtClean="0">
                <a:latin typeface="Power Geez Unicode1" panose="00000400000000000000" pitchFamily="2" charset="0"/>
              </a:rPr>
              <a:t> </a:t>
            </a:r>
            <a:r>
              <a:rPr lang="en-US" b="1" dirty="0" err="1" smtClean="0">
                <a:latin typeface="Power Geez Unicode1" panose="00000400000000000000" pitchFamily="2" charset="0"/>
              </a:rPr>
              <a:t>ጥቅስ</a:t>
            </a:r>
            <a:r>
              <a:rPr lang="en-US" b="1" dirty="0" smtClean="0">
                <a:latin typeface="Power Geez Unicode1" panose="00000400000000000000" pitchFamily="2" charset="0"/>
              </a:rPr>
              <a:t> </a:t>
            </a:r>
            <a:r>
              <a:rPr lang="en-US" b="1" dirty="0" err="1" smtClean="0">
                <a:latin typeface="Power Geez Unicode1" panose="00000400000000000000" pitchFamily="2" charset="0"/>
              </a:rPr>
              <a:t>በቁርአን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ያለ</a:t>
            </a:r>
            <a:r>
              <a:rPr lang="en-US" b="1" dirty="0" smtClean="0">
                <a:latin typeface="Power Geez Unicode1" panose="00000400000000000000" pitchFamily="2" charset="0"/>
              </a:rPr>
              <a:t> </a:t>
            </a:r>
            <a:r>
              <a:rPr lang="en-US" b="1" dirty="0" err="1" smtClean="0">
                <a:latin typeface="Power Geez Unicode1" panose="00000400000000000000" pitchFamily="2" charset="0"/>
              </a:rPr>
              <a:t>ሲሆን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መውት</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አረብኛ</a:t>
            </a:r>
            <a:r>
              <a:rPr lang="en-US" b="1" dirty="0" smtClean="0">
                <a:latin typeface="Power Geez Unicode1" panose="00000400000000000000" pitchFamily="2" charset="0"/>
              </a:rPr>
              <a:t> </a:t>
            </a:r>
            <a:r>
              <a:rPr lang="en-US" b="1" dirty="0" err="1" smtClean="0">
                <a:latin typeface="Power Geez Unicode1" panose="00000400000000000000" pitchFamily="2" charset="0"/>
              </a:rPr>
              <a:t>ቃል</a:t>
            </a:r>
            <a:r>
              <a:rPr lang="en-US" b="1" dirty="0" smtClean="0">
                <a:latin typeface="Power Geez Unicode1" panose="00000400000000000000" pitchFamily="2" charset="0"/>
              </a:rPr>
              <a:t> </a:t>
            </a:r>
            <a:r>
              <a:rPr lang="en-US" b="1" dirty="0" err="1" smtClean="0">
                <a:latin typeface="Power Geez Unicode1" panose="00000400000000000000" pitchFamily="2" charset="0"/>
              </a:rPr>
              <a:t>የምድር</a:t>
            </a:r>
            <a:r>
              <a:rPr lang="en-US" b="1" dirty="0" smtClean="0">
                <a:latin typeface="Power Geez Unicode1" panose="00000400000000000000" pitchFamily="2" charset="0"/>
              </a:rPr>
              <a:t> </a:t>
            </a:r>
            <a:r>
              <a:rPr lang="en-US" b="1" dirty="0" err="1" smtClean="0">
                <a:latin typeface="Power Geez Unicode1" panose="00000400000000000000" pitchFamily="2" charset="0"/>
              </a:rPr>
              <a:t>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ህይወት</a:t>
            </a:r>
            <a:r>
              <a:rPr lang="en-US" b="1" dirty="0" smtClean="0">
                <a:latin typeface="Power Geez Unicode1" panose="00000400000000000000" pitchFamily="2" charset="0"/>
              </a:rPr>
              <a:t> </a:t>
            </a:r>
            <a:r>
              <a:rPr lang="en-US" b="1" dirty="0" err="1" smtClean="0">
                <a:latin typeface="Power Geez Unicode1" panose="00000400000000000000" pitchFamily="2" charset="0"/>
              </a:rPr>
              <a:t>ሲያበቃ</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የሚኖር</a:t>
            </a:r>
            <a:r>
              <a:rPr lang="en-US" b="1" dirty="0" smtClean="0">
                <a:latin typeface="Power Geez Unicode1" panose="00000400000000000000" pitchFamily="2" charset="0"/>
              </a:rPr>
              <a:t> </a:t>
            </a:r>
            <a:r>
              <a:rPr lang="en-US" b="1" dirty="0" err="1" smtClean="0">
                <a:latin typeface="Power Geez Unicode1" panose="00000400000000000000" pitchFamily="2" charset="0"/>
              </a:rPr>
              <a:t>ሞት</a:t>
            </a:r>
            <a:r>
              <a:rPr lang="en-US" b="1" dirty="0" smtClean="0">
                <a:latin typeface="Power Geez Unicode1" panose="00000400000000000000" pitchFamily="2" charset="0"/>
              </a:rPr>
              <a:t> </a:t>
            </a:r>
            <a:r>
              <a:rPr lang="en-US" b="1" dirty="0" err="1" smtClean="0">
                <a:latin typeface="Power Geez Unicode1" panose="00000400000000000000" pitchFamily="2" charset="0"/>
              </a:rPr>
              <a:t>ተብሎ</a:t>
            </a:r>
            <a:r>
              <a:rPr lang="en-US" b="1" dirty="0" smtClean="0">
                <a:latin typeface="Power Geez Unicode1" panose="00000400000000000000" pitchFamily="2" charset="0"/>
              </a:rPr>
              <a:t> </a:t>
            </a:r>
            <a:r>
              <a:rPr lang="en-US" b="1" dirty="0" err="1" smtClean="0">
                <a:latin typeface="Power Geez Unicode1" panose="00000400000000000000" pitchFamily="2" charset="0"/>
              </a:rPr>
              <a:t>ተተርጉሞአል</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ይህም</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የሚገኘው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በሱራ</a:t>
            </a:r>
            <a:r>
              <a:rPr lang="en-US" b="1" dirty="0" smtClean="0">
                <a:latin typeface="Power Geez Unicode1" panose="00000400000000000000" pitchFamily="2" charset="0"/>
              </a:rPr>
              <a:t> 19፡15 </a:t>
            </a:r>
            <a:r>
              <a:rPr lang="en-US" b="1" dirty="0" err="1" smtClean="0">
                <a:latin typeface="Power Geez Unicode1" panose="00000400000000000000" pitchFamily="2" charset="0"/>
              </a:rPr>
              <a:t>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a:t>
            </a:r>
          </a:p>
          <a:p>
            <a:pPr algn="just">
              <a:lnSpc>
                <a:spcPct val="170000"/>
              </a:lnSpc>
              <a:buFont typeface="Wingdings" panose="05000000000000000000" pitchFamily="2" charset="2"/>
              <a:buChar char="v"/>
            </a:pPr>
            <a:r>
              <a:rPr lang="en-US" b="1" dirty="0">
                <a:latin typeface="Power Geez Unicode1" panose="00000400000000000000" pitchFamily="2" charset="0"/>
              </a:rPr>
              <a:t> </a:t>
            </a:r>
            <a:r>
              <a:rPr lang="am-ET" b="1" dirty="0" smtClean="0"/>
              <a:t>"ሰላም በእርሱ ላይ (በተወለደበት) ቀንና (በሚሞትበት) ቀን እንዲሁም ሕያው ሆኖ በሚነሳበት ቀን ይሁን“</a:t>
            </a:r>
            <a:endParaRPr lang="en-US" b="1" dirty="0" smtClean="0"/>
          </a:p>
          <a:p>
            <a:pPr algn="just">
              <a:lnSpc>
                <a:spcPct val="170000"/>
              </a:lnSpc>
              <a:buFont typeface="Wingdings" panose="05000000000000000000" pitchFamily="2" charset="2"/>
              <a:buChar char="v"/>
            </a:pPr>
            <a:r>
              <a:rPr lang="en-US" b="1" dirty="0">
                <a:latin typeface="Power Geez Unicode1" panose="00000400000000000000" pitchFamily="2" charset="0"/>
              </a:rPr>
              <a:t> </a:t>
            </a:r>
            <a:r>
              <a:rPr lang="en-US" b="1" dirty="0" err="1" smtClean="0">
                <a:latin typeface="Power Geez Unicode1" panose="00000400000000000000" pitchFamily="2" charset="0"/>
              </a:rPr>
              <a:t>ይህ</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ክፍል</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የሚናገረው</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a:t>
            </a:r>
            <a:r>
              <a:rPr lang="en-US" b="1" dirty="0" smtClean="0">
                <a:latin typeface="Power Geez Unicode1" panose="00000400000000000000" pitchFamily="2" charset="0"/>
              </a:rPr>
              <a:t> </a:t>
            </a:r>
            <a:r>
              <a:rPr lang="en-US" b="1" dirty="0" err="1" smtClean="0">
                <a:latin typeface="Power Geez Unicode1" panose="00000400000000000000" pitchFamily="2" charset="0"/>
              </a:rPr>
              <a:t>መጥመቁ</a:t>
            </a:r>
            <a:r>
              <a:rPr lang="en-US" b="1" dirty="0" smtClean="0">
                <a:latin typeface="Power Geez Unicode1" panose="00000400000000000000" pitchFamily="2" charset="0"/>
              </a:rPr>
              <a:t> </a:t>
            </a:r>
            <a:r>
              <a:rPr lang="en-US" b="1" dirty="0" err="1" smtClean="0">
                <a:latin typeface="Power Geez Unicode1" panose="00000400000000000000" pitchFamily="2" charset="0"/>
              </a:rPr>
              <a:t>ዮሐንስ</a:t>
            </a:r>
            <a:r>
              <a:rPr lang="en-US" b="1" dirty="0" smtClean="0">
                <a:latin typeface="Power Geez Unicode1" panose="00000400000000000000" pitchFamily="2" charset="0"/>
              </a:rPr>
              <a:t> (</a:t>
            </a:r>
            <a:r>
              <a:rPr lang="en-US" b="1" dirty="0" err="1" smtClean="0">
                <a:latin typeface="Power Geez Unicode1" panose="00000400000000000000" pitchFamily="2" charset="0"/>
              </a:rPr>
              <a:t>የህያ</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መጥመቁ</a:t>
            </a:r>
            <a:r>
              <a:rPr lang="en-US" b="1" dirty="0" smtClean="0">
                <a:latin typeface="Power Geez Unicode1" panose="00000400000000000000" pitchFamily="2" charset="0"/>
              </a:rPr>
              <a:t> </a:t>
            </a:r>
            <a:r>
              <a:rPr lang="en-US" b="1" dirty="0" err="1" smtClean="0">
                <a:latin typeface="Power Geez Unicode1" panose="00000400000000000000" pitchFamily="2" charset="0"/>
              </a:rPr>
              <a:t>ዮሐንስ</a:t>
            </a:r>
            <a:r>
              <a:rPr lang="en-US" b="1" dirty="0" smtClean="0">
                <a:latin typeface="Power Geez Unicode1" panose="00000400000000000000" pitchFamily="2" charset="0"/>
              </a:rPr>
              <a:t> </a:t>
            </a:r>
            <a:r>
              <a:rPr lang="en-US" b="1" dirty="0" err="1" smtClean="0">
                <a:latin typeface="Power Geez Unicode1" panose="00000400000000000000" pitchFamily="2" charset="0"/>
              </a:rPr>
              <a:t>በምድር</a:t>
            </a:r>
            <a:r>
              <a:rPr lang="en-US" b="1" dirty="0" smtClean="0">
                <a:latin typeface="Power Geez Unicode1" panose="00000400000000000000" pitchFamily="2" charset="0"/>
              </a:rPr>
              <a:t> </a:t>
            </a:r>
            <a:r>
              <a:rPr lang="en-US" b="1" dirty="0" err="1" smtClean="0">
                <a:latin typeface="Power Geez Unicode1" panose="00000400000000000000" pitchFamily="2" charset="0"/>
              </a:rPr>
              <a:t>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የነበረውን</a:t>
            </a:r>
            <a:r>
              <a:rPr lang="en-US" b="1" dirty="0" smtClean="0">
                <a:latin typeface="Power Geez Unicode1" panose="00000400000000000000" pitchFamily="2" charset="0"/>
              </a:rPr>
              <a:t> </a:t>
            </a:r>
            <a:r>
              <a:rPr lang="en-US" b="1" dirty="0" err="1" smtClean="0">
                <a:latin typeface="Power Geez Unicode1" panose="00000400000000000000" pitchFamily="2" charset="0"/>
              </a:rPr>
              <a:t>ዘመን</a:t>
            </a:r>
            <a:r>
              <a:rPr lang="en-US" b="1" dirty="0" smtClean="0">
                <a:latin typeface="Power Geez Unicode1" panose="00000400000000000000" pitchFamily="2" charset="0"/>
              </a:rPr>
              <a:t> </a:t>
            </a:r>
            <a:r>
              <a:rPr lang="en-US" b="1" dirty="0" err="1" smtClean="0">
                <a:latin typeface="Power Geez Unicode1" panose="00000400000000000000" pitchFamily="2" charset="0"/>
              </a:rPr>
              <a:t>ሲጨርስ</a:t>
            </a:r>
            <a:r>
              <a:rPr lang="en-US" b="1" dirty="0" smtClean="0">
                <a:latin typeface="Power Geez Unicode1" panose="00000400000000000000" pitchFamily="2" charset="0"/>
              </a:rPr>
              <a:t> </a:t>
            </a:r>
            <a:r>
              <a:rPr lang="en-US" b="1" dirty="0" err="1" smtClean="0">
                <a:latin typeface="Power Geez Unicode1" panose="00000400000000000000" pitchFamily="2" charset="0"/>
              </a:rPr>
              <a:t>ሞቶአል</a:t>
            </a:r>
            <a:r>
              <a:rPr lang="en-US" b="1" dirty="0" smtClean="0">
                <a:latin typeface="Power Geez Unicode1" panose="00000400000000000000" pitchFamily="2" charset="0"/>
              </a:rPr>
              <a:t>፡፡</a:t>
            </a:r>
          </a:p>
          <a:p>
            <a:pPr algn="just">
              <a:lnSpc>
                <a:spcPct val="170000"/>
              </a:lnSpc>
              <a:buFont typeface="Wingdings" panose="05000000000000000000" pitchFamily="2" charset="2"/>
              <a:buChar char="v"/>
            </a:pPr>
            <a:r>
              <a:rPr lang="en-US" b="1" dirty="0">
                <a:latin typeface="Power Geez Unicode1" panose="00000400000000000000" pitchFamily="2" charset="0"/>
              </a:rPr>
              <a:t> </a:t>
            </a:r>
            <a:r>
              <a:rPr lang="en-US" b="1" dirty="0" err="1" smtClean="0">
                <a:latin typeface="Power Geez Unicode1" panose="00000400000000000000" pitchFamily="2" charset="0"/>
              </a:rPr>
              <a:t>ከዚህ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በተጨማሪ</a:t>
            </a:r>
            <a:r>
              <a:rPr lang="en-US" b="1" dirty="0" smtClean="0">
                <a:latin typeface="Power Geez Unicode1" panose="00000400000000000000" pitchFamily="2" charset="0"/>
              </a:rPr>
              <a:t> </a:t>
            </a:r>
            <a:r>
              <a:rPr lang="en-US" b="1" dirty="0" err="1" smtClean="0">
                <a:latin typeface="Power Geez Unicode1" panose="00000400000000000000" pitchFamily="2" charset="0"/>
              </a:rPr>
              <a:t>በቁርአን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ሞት</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በአረብኛ</a:t>
            </a:r>
            <a:r>
              <a:rPr lang="en-US" b="1" dirty="0" smtClean="0">
                <a:latin typeface="Power Geez Unicode1" panose="00000400000000000000" pitchFamily="2" charset="0"/>
              </a:rPr>
              <a:t> </a:t>
            </a:r>
            <a:r>
              <a:rPr lang="en-US" b="1" dirty="0" err="1" smtClean="0">
                <a:latin typeface="Power Geez Unicode1" panose="00000400000000000000" pitchFamily="2" charset="0"/>
              </a:rPr>
              <a:t>መውት</a:t>
            </a:r>
            <a:r>
              <a:rPr lang="en-US" b="1" dirty="0" smtClean="0">
                <a:latin typeface="Power Geez Unicode1" panose="00000400000000000000" pitchFamily="2" charset="0"/>
              </a:rPr>
              <a:t>) 145 </a:t>
            </a:r>
            <a:r>
              <a:rPr lang="en-US" b="1" dirty="0" err="1" smtClean="0">
                <a:latin typeface="Power Geez Unicode1" panose="00000400000000000000" pitchFamily="2" charset="0"/>
              </a:rPr>
              <a:t>ጊዜ</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የተጠቀሰ</a:t>
            </a:r>
            <a:r>
              <a:rPr lang="en-US" b="1" dirty="0" smtClean="0">
                <a:latin typeface="Power Geez Unicode1" panose="00000400000000000000" pitchFamily="2" charset="0"/>
              </a:rPr>
              <a:t> </a:t>
            </a:r>
            <a:r>
              <a:rPr lang="en-US" b="1" dirty="0" err="1" smtClean="0">
                <a:latin typeface="Power Geez Unicode1" panose="00000400000000000000" pitchFamily="2" charset="0"/>
              </a:rPr>
              <a:t>ሲሆን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ሁሉም</a:t>
            </a:r>
            <a:r>
              <a:rPr lang="en-US" b="1" dirty="0" smtClean="0">
                <a:latin typeface="Power Geez Unicode1" panose="00000400000000000000" pitchFamily="2" charset="0"/>
              </a:rPr>
              <a:t> </a:t>
            </a:r>
            <a:r>
              <a:rPr lang="en-US" b="1" dirty="0" err="1" smtClean="0">
                <a:latin typeface="Power Geez Unicode1" panose="00000400000000000000" pitchFamily="2" charset="0"/>
              </a:rPr>
              <a:t>የምድር</a:t>
            </a:r>
            <a:r>
              <a:rPr lang="en-US" b="1" dirty="0" smtClean="0">
                <a:latin typeface="Power Geez Unicode1" panose="00000400000000000000" pitchFamily="2" charset="0"/>
              </a:rPr>
              <a:t> </a:t>
            </a:r>
            <a:r>
              <a:rPr lang="en-US" b="1" dirty="0" err="1" smtClean="0">
                <a:latin typeface="Power Geez Unicode1" panose="00000400000000000000" pitchFamily="2" charset="0"/>
              </a:rPr>
              <a:t>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ህይወት</a:t>
            </a:r>
            <a:r>
              <a:rPr lang="en-US" b="1" dirty="0" smtClean="0">
                <a:latin typeface="Power Geez Unicode1" panose="00000400000000000000" pitchFamily="2" charset="0"/>
              </a:rPr>
              <a:t> </a:t>
            </a:r>
            <a:r>
              <a:rPr lang="en-US" b="1" dirty="0" err="1" smtClean="0">
                <a:latin typeface="Power Geez Unicode1" panose="00000400000000000000" pitchFamily="2" charset="0"/>
              </a:rPr>
              <a:t>ሲያበቃ</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የሚፈጠር</a:t>
            </a:r>
            <a:r>
              <a:rPr lang="en-US" b="1" dirty="0" smtClean="0">
                <a:latin typeface="Power Geez Unicode1" panose="00000400000000000000" pitchFamily="2" charset="0"/>
              </a:rPr>
              <a:t> </a:t>
            </a:r>
            <a:r>
              <a:rPr lang="en-US" b="1" dirty="0" err="1" smtClean="0">
                <a:latin typeface="Power Geez Unicode1" panose="00000400000000000000" pitchFamily="2" charset="0"/>
              </a:rPr>
              <a:t>ሞትን</a:t>
            </a:r>
            <a:r>
              <a:rPr lang="en-US" b="1" dirty="0" smtClean="0">
                <a:latin typeface="Power Geez Unicode1" panose="00000400000000000000" pitchFamily="2" charset="0"/>
              </a:rPr>
              <a:t> </a:t>
            </a:r>
            <a:r>
              <a:rPr lang="en-US" b="1" dirty="0" err="1" smtClean="0">
                <a:latin typeface="Power Geez Unicode1" panose="00000400000000000000" pitchFamily="2" charset="0"/>
              </a:rPr>
              <a:t>ያመለክታሉ</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የኢየሱስም</a:t>
            </a:r>
            <a:r>
              <a:rPr lang="en-US" b="1" dirty="0" smtClean="0">
                <a:latin typeface="Power Geez Unicode1" panose="00000400000000000000" pitchFamily="2" charset="0"/>
              </a:rPr>
              <a:t> </a:t>
            </a:r>
            <a:r>
              <a:rPr lang="en-US" b="1" dirty="0" err="1" smtClean="0">
                <a:latin typeface="Power Geez Unicode1" panose="00000400000000000000" pitchFamily="2" charset="0"/>
              </a:rPr>
              <a:t>ሞት</a:t>
            </a:r>
            <a:r>
              <a:rPr lang="en-US" b="1" dirty="0" smtClean="0">
                <a:latin typeface="Power Geez Unicode1" panose="00000400000000000000" pitchFamily="2" charset="0"/>
              </a:rPr>
              <a:t> </a:t>
            </a:r>
            <a:r>
              <a:rPr lang="en-US" b="1" dirty="0" err="1" smtClean="0">
                <a:latin typeface="Power Geez Unicode1" panose="00000400000000000000" pitchFamily="2" charset="0"/>
              </a:rPr>
              <a:t>ከዚህ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በተለየ</a:t>
            </a:r>
            <a:r>
              <a:rPr lang="en-US" b="1" dirty="0" smtClean="0">
                <a:latin typeface="Power Geez Unicode1" panose="00000400000000000000" pitchFamily="2" charset="0"/>
              </a:rPr>
              <a:t> </a:t>
            </a:r>
            <a:r>
              <a:rPr lang="en-US" b="1" dirty="0" err="1" smtClean="0">
                <a:latin typeface="Power Geez Unicode1" panose="00000400000000000000" pitchFamily="2" charset="0"/>
              </a:rPr>
              <a:t>መንገድ</a:t>
            </a:r>
            <a:r>
              <a:rPr lang="en-US" b="1" dirty="0" smtClean="0">
                <a:latin typeface="Power Geez Unicode1" panose="00000400000000000000" pitchFamily="2" charset="0"/>
              </a:rPr>
              <a:t> </a:t>
            </a:r>
            <a:r>
              <a:rPr lang="en-US" b="1" dirty="0" err="1" smtClean="0">
                <a:latin typeface="Power Geez Unicode1" panose="00000400000000000000" pitchFamily="2" charset="0"/>
              </a:rPr>
              <a:t>መተርጎም</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አንችልም</a:t>
            </a:r>
            <a:r>
              <a:rPr lang="en-US" b="1" dirty="0" smtClean="0">
                <a:latin typeface="Power Geez Unicode1" panose="00000400000000000000" pitchFamily="2" charset="0"/>
              </a:rPr>
              <a:t>፡፡</a:t>
            </a:r>
          </a:p>
          <a:p>
            <a:pPr marL="0" indent="0">
              <a:buNone/>
            </a:pPr>
            <a:endParaRPr lang="en-US" dirty="0"/>
          </a:p>
        </p:txBody>
      </p:sp>
    </p:spTree>
    <p:extLst>
      <p:ext uri="{BB962C8B-B14F-4D97-AF65-F5344CB8AC3E}">
        <p14:creationId xmlns:p14="http://schemas.microsoft.com/office/powerpoint/2010/main" val="58042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81000"/>
            <a:ext cx="8915400" cy="6324600"/>
          </a:xfrm>
        </p:spPr>
        <p:txBody>
          <a:bodyPr>
            <a:normAutofit fontScale="92500" lnSpcReduction="20000"/>
          </a:bodyPr>
          <a:lstStyle/>
          <a:p>
            <a:pPr algn="just">
              <a:lnSpc>
                <a:spcPct val="150000"/>
              </a:lnSpc>
              <a:buFont typeface="Wingdings" panose="05000000000000000000" pitchFamily="2" charset="2"/>
              <a:buChar char="v"/>
            </a:pPr>
            <a:r>
              <a:rPr lang="en-US" b="1" dirty="0" smtClean="0">
                <a:solidFill>
                  <a:srgbClr val="C00000"/>
                </a:solidFill>
                <a:latin typeface="Power Geez Unicode1" panose="00000400000000000000" pitchFamily="2" charset="0"/>
              </a:rPr>
              <a:t> </a:t>
            </a:r>
            <a:r>
              <a:rPr lang="en-US" b="1" dirty="0" err="1" smtClean="0">
                <a:solidFill>
                  <a:srgbClr val="C00000"/>
                </a:solidFill>
                <a:latin typeface="Power Geez Unicode1" panose="00000400000000000000" pitchFamily="2" charset="0"/>
              </a:rPr>
              <a:t>ሱራ</a:t>
            </a:r>
            <a:r>
              <a:rPr lang="en-US" b="1" dirty="0" smtClean="0">
                <a:solidFill>
                  <a:srgbClr val="C00000"/>
                </a:solidFill>
                <a:latin typeface="Power Geez Unicode1" panose="00000400000000000000" pitchFamily="2" charset="0"/>
              </a:rPr>
              <a:t> 3፡55፡- </a:t>
            </a:r>
            <a:r>
              <a:rPr lang="am-ET" b="1" dirty="0"/>
              <a:t>አላህም ባለ ጊዜ (አስታውስ)፡፡ ዒሳ ሆይ! </a:t>
            </a:r>
            <a:r>
              <a:rPr lang="am-ET" b="1" dirty="0">
                <a:solidFill>
                  <a:srgbClr val="7030A0"/>
                </a:solidFill>
              </a:rPr>
              <a:t>እኔ ወሳጂህ ወደ እኔም አንሺህ ነኝ</a:t>
            </a:r>
            <a:r>
              <a:rPr lang="am-ET" b="1" dirty="0"/>
              <a:t>፡፡ ከነዚያም ከካዱት ሰዎች አጥሪህ ነኝ እነዚያንም የተከተሉህን እስከ ትንሣኤ ቀን ድረስ ከነዚያ ከካዱት በላይ አድራጊ ነኝ፡፡ ከዚያም መመለሻችሁ ወደእኔ ነው፡፡ በርሱ ትለያዩበትም በነበራችሁት ነገር በመካከላችሁ እፈርዳለሁ</a:t>
            </a:r>
            <a:r>
              <a:rPr lang="am-ET" b="1" dirty="0" smtClean="0"/>
              <a:t>፡፡</a:t>
            </a:r>
            <a:endParaRPr lang="en-US" b="1" dirty="0" smtClean="0">
              <a:latin typeface="Power Geez Unicode1" panose="00000400000000000000" pitchFamily="2" charset="0"/>
            </a:endParaRPr>
          </a:p>
          <a:p>
            <a:pPr>
              <a:lnSpc>
                <a:spcPct val="150000"/>
              </a:lnSpc>
              <a:buFont typeface="Wingdings" panose="05000000000000000000" pitchFamily="2" charset="2"/>
              <a:buChar char="v"/>
            </a:pPr>
            <a:r>
              <a:rPr lang="en-US" b="1" dirty="0">
                <a:latin typeface="Power Geez Unicode1" panose="00000400000000000000" pitchFamily="2" charset="0"/>
              </a:rPr>
              <a:t> </a:t>
            </a:r>
            <a:r>
              <a:rPr lang="ar-AE" b="1" dirty="0">
                <a:latin typeface="Power Geez Unicode1" panose="00000400000000000000" pitchFamily="2" charset="0"/>
              </a:rPr>
              <a:t>إِذْ قَالَ اللَّهُ يَا عِيسَىٰ </a:t>
            </a:r>
            <a:r>
              <a:rPr lang="ar-AE" b="1" dirty="0">
                <a:solidFill>
                  <a:srgbClr val="7030A0"/>
                </a:solidFill>
                <a:latin typeface="Power Geez Unicode1" panose="00000400000000000000" pitchFamily="2" charset="0"/>
              </a:rPr>
              <a:t>إِنِّي مُتَوَفِّيكَ وَرَافِعُكَ </a:t>
            </a:r>
            <a:r>
              <a:rPr lang="ar-AE" b="1" dirty="0">
                <a:latin typeface="Power Geez Unicode1" panose="00000400000000000000" pitchFamily="2" charset="0"/>
              </a:rPr>
              <a:t>إِلَيَّ وَمُطَهِّرُكَ مِنَ الَّذِينَ كَفَرُوا وَجَاعِلُ الَّذِينَ اتَّبَعُوكَ فَوْقَ الَّذِينَ كَفَرُوا إِلَىٰ يَوْمِ الْقِيَامَةِ ۖ ثُمَّ إِلَيَّ مَرْجِعُكُمْ فَأَحْكُمُ بَيْنَكُمْ فِيمَا كُنْتُمْ فِيهِ تَخْتَلِفُونَ</a:t>
            </a:r>
            <a:endParaRPr lang="en-US" b="1" dirty="0" smtClean="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3132544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81000"/>
            <a:ext cx="8915400" cy="6477000"/>
          </a:xfrm>
        </p:spPr>
        <p:txBody>
          <a:bodyPr>
            <a:normAutofit fontScale="77500" lnSpcReduction="20000"/>
          </a:bodyPr>
          <a:lstStyle/>
          <a:p>
            <a:pPr algn="just">
              <a:lnSpc>
                <a:spcPct val="170000"/>
              </a:lnSpc>
              <a:buFont typeface="Wingdings" panose="05000000000000000000" pitchFamily="2" charset="2"/>
              <a:buChar char="v"/>
            </a:pPr>
            <a:r>
              <a:rPr lang="en-US" b="1" dirty="0" smtClean="0">
                <a:latin typeface="Power Geez Unicode1" panose="00000400000000000000" pitchFamily="2" charset="0"/>
              </a:rPr>
              <a:t> </a:t>
            </a:r>
            <a:r>
              <a:rPr lang="en-US" b="1" dirty="0" err="1" smtClean="0">
                <a:latin typeface="Power Geez Unicode1" panose="00000400000000000000" pitchFamily="2" charset="0"/>
              </a:rPr>
              <a:t>በዚህ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ክፍል</a:t>
            </a:r>
            <a:r>
              <a:rPr lang="en-US" b="1" dirty="0" smtClean="0">
                <a:latin typeface="Power Geez Unicode1" panose="00000400000000000000" pitchFamily="2" charset="0"/>
              </a:rPr>
              <a:t> </a:t>
            </a:r>
            <a:r>
              <a:rPr lang="en-US" b="1" dirty="0" err="1" smtClean="0">
                <a:latin typeface="Power Geez Unicode1" panose="00000400000000000000" pitchFamily="2" charset="0"/>
              </a:rPr>
              <a:t>እኔ</a:t>
            </a:r>
            <a:r>
              <a:rPr lang="en-US" b="1" dirty="0" smtClean="0">
                <a:latin typeface="Power Geez Unicode1" panose="00000400000000000000" pitchFamily="2" charset="0"/>
              </a:rPr>
              <a:t> </a:t>
            </a:r>
            <a:r>
              <a:rPr lang="en-US" b="1" dirty="0" err="1" smtClean="0">
                <a:latin typeface="Power Geez Unicode1" panose="00000400000000000000" pitchFamily="2" charset="0"/>
              </a:rPr>
              <a:t>ወሳጂህ</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የአረብኛ</a:t>
            </a:r>
            <a:r>
              <a:rPr lang="en-US" b="1" dirty="0" smtClean="0">
                <a:latin typeface="Power Geez Unicode1" panose="00000400000000000000" pitchFamily="2" charset="0"/>
              </a:rPr>
              <a:t> </a:t>
            </a:r>
            <a:r>
              <a:rPr lang="en-US" b="1" dirty="0" err="1" smtClean="0">
                <a:latin typeface="Power Geez Unicode1" panose="00000400000000000000" pitchFamily="2" charset="0"/>
              </a:rPr>
              <a:t>ቃል</a:t>
            </a:r>
            <a:r>
              <a:rPr lang="en-US" b="1" dirty="0" smtClean="0">
                <a:latin typeface="Power Geez Unicode1" panose="00000400000000000000" pitchFamily="2" charset="0"/>
              </a:rPr>
              <a:t> </a:t>
            </a:r>
            <a:r>
              <a:rPr lang="en-US" b="1" dirty="0" err="1" smtClean="0">
                <a:latin typeface="Power Geez Unicode1" panose="00000400000000000000" pitchFamily="2" charset="0"/>
              </a:rPr>
              <a:t>ኢኒ</a:t>
            </a:r>
            <a:r>
              <a:rPr lang="en-US" b="1" dirty="0" smtClean="0">
                <a:latin typeface="Power Geez Unicode1" panose="00000400000000000000" pitchFamily="2" charset="0"/>
              </a:rPr>
              <a:t> </a:t>
            </a:r>
            <a:r>
              <a:rPr lang="en-US" b="1" dirty="0" err="1" smtClean="0">
                <a:latin typeface="Power Geez Unicode1" panose="00000400000000000000" pitchFamily="2" charset="0"/>
              </a:rPr>
              <a:t>ሙተዋፊከ</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የሚል</a:t>
            </a:r>
            <a:r>
              <a:rPr lang="en-US" b="1" dirty="0" smtClean="0">
                <a:latin typeface="Power Geez Unicode1" panose="00000400000000000000" pitchFamily="2" charset="0"/>
              </a:rPr>
              <a:t> </a:t>
            </a:r>
            <a:r>
              <a:rPr lang="en-US" b="1" dirty="0" err="1" smtClean="0">
                <a:latin typeface="Power Geez Unicode1" panose="00000400000000000000" pitchFamily="2" charset="0"/>
              </a:rPr>
              <a:t>ቃል</a:t>
            </a:r>
            <a:r>
              <a:rPr lang="en-US" b="1" dirty="0" smtClean="0">
                <a:latin typeface="Power Geez Unicode1" panose="00000400000000000000" pitchFamily="2" charset="0"/>
              </a:rPr>
              <a:t> </a:t>
            </a:r>
            <a:r>
              <a:rPr lang="en-US" b="1" dirty="0" err="1" smtClean="0">
                <a:latin typeface="Power Geez Unicode1" panose="00000400000000000000" pitchFamily="2" charset="0"/>
              </a:rPr>
              <a:t>ተጠቅሞአል</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a:t>
            </a:r>
            <a:r>
              <a:rPr lang="en-US" b="1" dirty="0" smtClean="0">
                <a:latin typeface="Power Geez Unicode1" panose="00000400000000000000" pitchFamily="2" charset="0"/>
              </a:rPr>
              <a:t> </a:t>
            </a:r>
            <a:r>
              <a:rPr lang="en-US" b="1" dirty="0" err="1" smtClean="0">
                <a:latin typeface="Power Geez Unicode1" panose="00000400000000000000" pitchFamily="2" charset="0"/>
              </a:rPr>
              <a:t>ቃል</a:t>
            </a:r>
            <a:r>
              <a:rPr lang="en-US" b="1" dirty="0" smtClean="0">
                <a:latin typeface="Power Geez Unicode1" panose="00000400000000000000" pitchFamily="2" charset="0"/>
              </a:rPr>
              <a:t> </a:t>
            </a:r>
            <a:r>
              <a:rPr lang="en-US" b="1" dirty="0" err="1" smtClean="0">
                <a:latin typeface="Power Geez Unicode1" panose="00000400000000000000" pitchFamily="2" charset="0"/>
              </a:rPr>
              <a:t>በቁርአን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25 </a:t>
            </a:r>
            <a:r>
              <a:rPr lang="en-US" b="1" dirty="0" err="1" smtClean="0">
                <a:latin typeface="Power Geez Unicode1" panose="00000400000000000000" pitchFamily="2" charset="0"/>
              </a:rPr>
              <a:t>ጊዜ</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የተጠቀሰ</a:t>
            </a:r>
            <a:r>
              <a:rPr lang="en-US" b="1" dirty="0" smtClean="0">
                <a:latin typeface="Power Geez Unicode1" panose="00000400000000000000" pitchFamily="2" charset="0"/>
              </a:rPr>
              <a:t> </a:t>
            </a:r>
            <a:r>
              <a:rPr lang="en-US" b="1" dirty="0" err="1" smtClean="0">
                <a:latin typeface="Power Geez Unicode1" panose="00000400000000000000" pitchFamily="2" charset="0"/>
              </a:rPr>
              <a:t>ሲሆን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የአንድን</a:t>
            </a:r>
            <a:r>
              <a:rPr lang="en-US" b="1" dirty="0" smtClean="0">
                <a:latin typeface="Power Geez Unicode1" panose="00000400000000000000" pitchFamily="2" charset="0"/>
              </a:rPr>
              <a:t> </a:t>
            </a:r>
            <a:r>
              <a:rPr lang="en-US" b="1" dirty="0" err="1" smtClean="0">
                <a:latin typeface="Power Geez Unicode1" panose="00000400000000000000" pitchFamily="2" charset="0"/>
              </a:rPr>
              <a:t>ሰው</a:t>
            </a:r>
            <a:r>
              <a:rPr lang="en-US" b="1" dirty="0" smtClean="0">
                <a:latin typeface="Power Geez Unicode1" panose="00000400000000000000" pitchFamily="2" charset="0"/>
              </a:rPr>
              <a:t> </a:t>
            </a:r>
            <a:r>
              <a:rPr lang="en-US" b="1" dirty="0" err="1" smtClean="0">
                <a:latin typeface="Power Geez Unicode1" panose="00000400000000000000" pitchFamily="2" charset="0"/>
              </a:rPr>
              <a:t>ነፍስ</a:t>
            </a:r>
            <a:r>
              <a:rPr lang="en-US" b="1" dirty="0" smtClean="0">
                <a:latin typeface="Power Geez Unicode1" panose="00000400000000000000" pitchFamily="2" charset="0"/>
              </a:rPr>
              <a:t> </a:t>
            </a:r>
            <a:r>
              <a:rPr lang="en-US" b="1" dirty="0" err="1" smtClean="0">
                <a:latin typeface="Power Geez Unicode1" panose="00000400000000000000" pitchFamily="2" charset="0"/>
              </a:rPr>
              <a:t>ከስጋው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በመለየት</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በአላህ</a:t>
            </a:r>
            <a:r>
              <a:rPr lang="en-US" b="1" dirty="0" smtClean="0">
                <a:latin typeface="Power Geez Unicode1" panose="00000400000000000000" pitchFamily="2" charset="0"/>
              </a:rPr>
              <a:t> </a:t>
            </a:r>
            <a:r>
              <a:rPr lang="en-US" b="1" dirty="0" err="1" smtClean="0">
                <a:latin typeface="Power Geez Unicode1" panose="00000400000000000000" pitchFamily="2" charset="0"/>
              </a:rPr>
              <a:t>መወሰድን</a:t>
            </a:r>
            <a:r>
              <a:rPr lang="en-US" b="1" dirty="0" smtClean="0">
                <a:latin typeface="Power Geez Unicode1" panose="00000400000000000000" pitchFamily="2" charset="0"/>
              </a:rPr>
              <a:t> </a:t>
            </a:r>
            <a:r>
              <a:rPr lang="en-US" b="1" dirty="0" err="1" smtClean="0">
                <a:latin typeface="Power Geez Unicode1" panose="00000400000000000000" pitchFamily="2" charset="0"/>
              </a:rPr>
              <a:t>ያመለክታል</a:t>
            </a:r>
            <a:r>
              <a:rPr lang="en-US" b="1" dirty="0" smtClean="0">
                <a:latin typeface="Power Geez Unicode1" panose="00000400000000000000" pitchFamily="2" charset="0"/>
              </a:rPr>
              <a:t>፡፡ </a:t>
            </a:r>
            <a:r>
              <a:rPr lang="en-US" b="1" dirty="0" err="1" smtClean="0">
                <a:latin typeface="Power Geez Unicode1" panose="00000400000000000000" pitchFamily="2" charset="0"/>
              </a:rPr>
              <a:t>ሁለት</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ክፍሎች</a:t>
            </a:r>
            <a:r>
              <a:rPr lang="en-US" b="1" dirty="0" smtClean="0">
                <a:latin typeface="Power Geez Unicode1" panose="00000400000000000000" pitchFamily="2" charset="0"/>
              </a:rPr>
              <a:t> </a:t>
            </a:r>
            <a:r>
              <a:rPr lang="en-US" b="1" dirty="0" err="1" smtClean="0">
                <a:latin typeface="Power Geez Unicode1" panose="00000400000000000000" pitchFamily="2" charset="0"/>
              </a:rPr>
              <a:t>ከኢየሱስ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ጋር</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በተያያዘ</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የተጠቀሱ</a:t>
            </a:r>
            <a:r>
              <a:rPr lang="en-US" b="1" dirty="0" smtClean="0">
                <a:latin typeface="Power Geez Unicode1" panose="00000400000000000000" pitchFamily="2" charset="0"/>
              </a:rPr>
              <a:t> </a:t>
            </a:r>
            <a:r>
              <a:rPr lang="en-US" b="1" dirty="0" err="1" smtClean="0">
                <a:latin typeface="Power Geez Unicode1" panose="00000400000000000000" pitchFamily="2" charset="0"/>
              </a:rPr>
              <a:t>ሲሆን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ሌሎች</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ክፍሎች</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የሚያመለክቱት</a:t>
            </a:r>
            <a:r>
              <a:rPr lang="en-US" b="1" dirty="0" smtClean="0">
                <a:latin typeface="Power Geez Unicode1" panose="00000400000000000000" pitchFamily="2" charset="0"/>
              </a:rPr>
              <a:t> </a:t>
            </a:r>
            <a:r>
              <a:rPr lang="en-US" b="1" dirty="0" err="1" smtClean="0">
                <a:latin typeface="Power Geez Unicode1" panose="00000400000000000000" pitchFamily="2" charset="0"/>
              </a:rPr>
              <a:t>ነፍስን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በሞት</a:t>
            </a:r>
            <a:r>
              <a:rPr lang="en-US" b="1" dirty="0" smtClean="0">
                <a:latin typeface="Power Geez Unicode1" panose="00000400000000000000" pitchFamily="2" charset="0"/>
              </a:rPr>
              <a:t> </a:t>
            </a:r>
            <a:r>
              <a:rPr lang="en-US" b="1" dirty="0" err="1" smtClean="0">
                <a:latin typeface="Power Geez Unicode1" panose="00000400000000000000" pitchFamily="2" charset="0"/>
              </a:rPr>
              <a:t>ምክንያት</a:t>
            </a:r>
            <a:r>
              <a:rPr lang="en-US" b="1" dirty="0" smtClean="0">
                <a:latin typeface="Power Geez Unicode1" panose="00000400000000000000" pitchFamily="2" charset="0"/>
              </a:rPr>
              <a:t> </a:t>
            </a:r>
            <a:r>
              <a:rPr lang="en-US" b="1" dirty="0" err="1" smtClean="0">
                <a:latin typeface="Power Geez Unicode1" panose="00000400000000000000" pitchFamily="2" charset="0"/>
              </a:rPr>
              <a:t>መወሰድን</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የኢየሱስ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ነፍስ</a:t>
            </a:r>
            <a:r>
              <a:rPr lang="en-US" b="1" dirty="0" smtClean="0">
                <a:latin typeface="Power Geez Unicode1" panose="00000400000000000000" pitchFamily="2" charset="0"/>
              </a:rPr>
              <a:t> </a:t>
            </a:r>
            <a:r>
              <a:rPr lang="en-US" b="1" dirty="0" err="1" smtClean="0">
                <a:latin typeface="Power Geez Unicode1" panose="00000400000000000000" pitchFamily="2" charset="0"/>
              </a:rPr>
              <a:t>በሞት</a:t>
            </a:r>
            <a:r>
              <a:rPr lang="en-US" b="1" dirty="0" smtClean="0">
                <a:latin typeface="Power Geez Unicode1" panose="00000400000000000000" pitchFamily="2" charset="0"/>
              </a:rPr>
              <a:t> </a:t>
            </a:r>
            <a:r>
              <a:rPr lang="en-US" b="1" dirty="0" err="1" smtClean="0">
                <a:latin typeface="Power Geez Unicode1" panose="00000400000000000000" pitchFamily="2" charset="0"/>
              </a:rPr>
              <a:t>መወሰዱን</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እንጂ</a:t>
            </a:r>
            <a:r>
              <a:rPr lang="en-US" b="1" dirty="0" smtClean="0">
                <a:latin typeface="Power Geez Unicode1" panose="00000400000000000000" pitchFamily="2" charset="0"/>
              </a:rPr>
              <a:t> </a:t>
            </a:r>
            <a:r>
              <a:rPr lang="en-US" b="1" dirty="0" err="1" smtClean="0">
                <a:latin typeface="Power Geez Unicode1" panose="00000400000000000000" pitchFamily="2" charset="0"/>
              </a:rPr>
              <a:t>ሳይሞት</a:t>
            </a:r>
            <a:r>
              <a:rPr lang="en-US" b="1" dirty="0" smtClean="0">
                <a:latin typeface="Power Geez Unicode1" panose="00000400000000000000" pitchFamily="2" charset="0"/>
              </a:rPr>
              <a:t> </a:t>
            </a:r>
            <a:r>
              <a:rPr lang="en-US" b="1" dirty="0" err="1" smtClean="0">
                <a:latin typeface="Power Geez Unicode1" panose="00000400000000000000" pitchFamily="2" charset="0"/>
              </a:rPr>
              <a:t>ወደ</a:t>
            </a:r>
            <a:r>
              <a:rPr lang="en-US" b="1" dirty="0" smtClean="0">
                <a:latin typeface="Power Geez Unicode1" panose="00000400000000000000" pitchFamily="2" charset="0"/>
              </a:rPr>
              <a:t> </a:t>
            </a:r>
            <a:r>
              <a:rPr lang="en-US" b="1" dirty="0" err="1" smtClean="0">
                <a:latin typeface="Power Geez Unicode1" panose="00000400000000000000" pitchFamily="2" charset="0"/>
              </a:rPr>
              <a:t>ሰማይ</a:t>
            </a:r>
            <a:r>
              <a:rPr lang="en-US" b="1" dirty="0" smtClean="0">
                <a:latin typeface="Power Geez Unicode1" panose="00000400000000000000" pitchFamily="2" charset="0"/>
              </a:rPr>
              <a:t> </a:t>
            </a:r>
            <a:r>
              <a:rPr lang="en-US" b="1" dirty="0" err="1" smtClean="0">
                <a:latin typeface="Power Geez Unicode1" panose="00000400000000000000" pitchFamily="2" charset="0"/>
              </a:rPr>
              <a:t>መወሰድን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አያመለክትም</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እንቅልፍ</a:t>
            </a:r>
            <a:r>
              <a:rPr lang="en-US" b="1" dirty="0" smtClean="0">
                <a:latin typeface="Power Geez Unicode1" panose="00000400000000000000" pitchFamily="2" charset="0"/>
              </a:rPr>
              <a:t>፡፡ </a:t>
            </a:r>
            <a:r>
              <a:rPr lang="en-US" b="1" dirty="0" err="1" smtClean="0">
                <a:latin typeface="Power Geez Unicode1" panose="00000400000000000000" pitchFamily="2" charset="0"/>
              </a:rPr>
              <a:t>ከዚህ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ሀረግ</a:t>
            </a:r>
            <a:r>
              <a:rPr lang="en-US" b="1" dirty="0" smtClean="0">
                <a:latin typeface="Power Geez Unicode1" panose="00000400000000000000" pitchFamily="2" charset="0"/>
              </a:rPr>
              <a:t> </a:t>
            </a:r>
            <a:r>
              <a:rPr lang="en-US" b="1" dirty="0" err="1" smtClean="0">
                <a:latin typeface="Power Geez Unicode1" panose="00000400000000000000" pitchFamily="2" charset="0"/>
              </a:rPr>
              <a:t>ቀጥሎ</a:t>
            </a:r>
            <a:r>
              <a:rPr lang="en-US" b="1" dirty="0" smtClean="0">
                <a:latin typeface="Power Geez Unicode1" panose="00000400000000000000" pitchFamily="2" charset="0"/>
              </a:rPr>
              <a:t> </a:t>
            </a:r>
            <a:r>
              <a:rPr lang="en-US" b="1" dirty="0" err="1" smtClean="0">
                <a:latin typeface="Power Geez Unicode1" panose="00000400000000000000" pitchFamily="2" charset="0"/>
              </a:rPr>
              <a:t>ያለው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ሀረግ</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ከሞተ</a:t>
            </a:r>
            <a:r>
              <a:rPr lang="en-US" b="1" dirty="0" smtClean="0">
                <a:latin typeface="Power Geez Unicode1" panose="00000400000000000000" pitchFamily="2" charset="0"/>
              </a:rPr>
              <a:t> </a:t>
            </a:r>
            <a:r>
              <a:rPr lang="en-US" b="1" dirty="0" err="1" smtClean="0">
                <a:latin typeface="Power Geez Unicode1" panose="00000400000000000000" pitchFamily="2" charset="0"/>
              </a:rPr>
              <a:t>በኃላ</a:t>
            </a:r>
            <a:r>
              <a:rPr lang="en-US" b="1" dirty="0" smtClean="0">
                <a:latin typeface="Power Geez Unicode1" panose="00000400000000000000" pitchFamily="2" charset="0"/>
              </a:rPr>
              <a:t> </a:t>
            </a:r>
            <a:r>
              <a:rPr lang="en-US" b="1" dirty="0" err="1" smtClean="0">
                <a:latin typeface="Power Geez Unicode1" panose="00000400000000000000" pitchFamily="2" charset="0"/>
              </a:rPr>
              <a:t>ወደ</a:t>
            </a:r>
            <a:r>
              <a:rPr lang="en-US" b="1" dirty="0" smtClean="0">
                <a:latin typeface="Power Geez Unicode1" panose="00000400000000000000" pitchFamily="2" charset="0"/>
              </a:rPr>
              <a:t> </a:t>
            </a:r>
            <a:r>
              <a:rPr lang="en-US" b="1" dirty="0" err="1" smtClean="0">
                <a:latin typeface="Power Geez Unicode1" panose="00000400000000000000" pitchFamily="2" charset="0"/>
              </a:rPr>
              <a:t>አላህ</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እንደተወሰደ</a:t>
            </a:r>
            <a:r>
              <a:rPr lang="en-US" b="1" dirty="0" smtClean="0">
                <a:latin typeface="Power Geez Unicode1" panose="00000400000000000000" pitchFamily="2" charset="0"/>
              </a:rPr>
              <a:t> </a:t>
            </a:r>
            <a:r>
              <a:rPr lang="en-US" b="1" dirty="0" err="1" smtClean="0">
                <a:latin typeface="Power Geez Unicode1" panose="00000400000000000000" pitchFamily="2" charset="0"/>
              </a:rPr>
              <a:t>ያመለክታል</a:t>
            </a:r>
            <a:r>
              <a:rPr lang="en-US" b="1" dirty="0" smtClean="0">
                <a:latin typeface="Power Geez Unicode1" panose="00000400000000000000" pitchFamily="2" charset="0"/>
              </a:rPr>
              <a:t>፡፡ </a:t>
            </a:r>
            <a:r>
              <a:rPr lang="en-US" b="1" dirty="0" err="1" smtClean="0">
                <a:latin typeface="Power Geez Unicode1" panose="00000400000000000000" pitchFamily="2" charset="0"/>
              </a:rPr>
              <a:t>ከዚህም</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የተነሳ</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የተለያዩ</a:t>
            </a:r>
            <a:r>
              <a:rPr lang="en-US" b="1" dirty="0" smtClean="0">
                <a:latin typeface="Power Geez Unicode1" panose="00000400000000000000" pitchFamily="2" charset="0"/>
              </a:rPr>
              <a:t> </a:t>
            </a:r>
            <a:r>
              <a:rPr lang="en-US" b="1" dirty="0" err="1" smtClean="0">
                <a:latin typeface="Power Geez Unicode1" panose="00000400000000000000" pitchFamily="2" charset="0"/>
              </a:rPr>
              <a:t>የቁርአን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ተር</a:t>
            </a:r>
            <a:r>
              <a:rPr lang="am-ET" b="1" dirty="0" smtClean="0"/>
              <a:t>ጓ</a:t>
            </a:r>
            <a:r>
              <a:rPr lang="en-US" b="1" dirty="0" err="1" smtClean="0">
                <a:latin typeface="Power Geez Unicode1" panose="00000400000000000000" pitchFamily="2" charset="0"/>
              </a:rPr>
              <a:t>ሚዎች</a:t>
            </a:r>
            <a:r>
              <a:rPr lang="en-US" b="1" dirty="0" smtClean="0">
                <a:latin typeface="Power Geez Unicode1" panose="00000400000000000000" pitchFamily="2" charset="0"/>
              </a:rPr>
              <a:t> </a:t>
            </a:r>
            <a:r>
              <a:rPr lang="en-US" b="1" dirty="0" err="1" smtClean="0">
                <a:latin typeface="Power Geez Unicode1" panose="00000400000000000000" pitchFamily="2" charset="0"/>
              </a:rPr>
              <a:t>ከአረብኛ</a:t>
            </a:r>
            <a:r>
              <a:rPr lang="en-US" b="1" dirty="0" smtClean="0">
                <a:latin typeface="Power Geez Unicode1" panose="00000400000000000000" pitchFamily="2" charset="0"/>
              </a:rPr>
              <a:t> </a:t>
            </a:r>
            <a:r>
              <a:rPr lang="en-US" b="1" dirty="0" err="1" smtClean="0">
                <a:latin typeface="Power Geez Unicode1" panose="00000400000000000000" pitchFamily="2" charset="0"/>
              </a:rPr>
              <a:t>ወደ</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እንግሊዝኛ</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በተለያየ</a:t>
            </a:r>
            <a:r>
              <a:rPr lang="en-US" b="1" dirty="0" smtClean="0">
                <a:latin typeface="Power Geez Unicode1" panose="00000400000000000000" pitchFamily="2" charset="0"/>
              </a:rPr>
              <a:t> </a:t>
            </a:r>
            <a:r>
              <a:rPr lang="en-US" b="1" dirty="0" err="1" smtClean="0">
                <a:latin typeface="Power Geez Unicode1" panose="00000400000000000000" pitchFamily="2" charset="0"/>
              </a:rPr>
              <a:t>መንገድ</a:t>
            </a:r>
            <a:r>
              <a:rPr lang="en-US" b="1" dirty="0" smtClean="0">
                <a:latin typeface="Power Geez Unicode1" panose="00000400000000000000" pitchFamily="2" charset="0"/>
              </a:rPr>
              <a:t> </a:t>
            </a:r>
            <a:r>
              <a:rPr lang="en-US" b="1" dirty="0" err="1" smtClean="0">
                <a:latin typeface="Power Geez Unicode1" panose="00000400000000000000" pitchFamily="2" charset="0"/>
              </a:rPr>
              <a:t>ተርጉመውታል</a:t>
            </a:r>
            <a:r>
              <a:rPr lang="en-US" b="1" dirty="0" smtClean="0">
                <a:latin typeface="Power Geez Unicode1" panose="00000400000000000000" pitchFamily="2" charset="0"/>
              </a:rPr>
              <a:t>፡፡ </a:t>
            </a:r>
            <a:r>
              <a:rPr lang="en-US" b="1" dirty="0" err="1" smtClean="0">
                <a:latin typeface="Power Geez Unicode1" panose="00000400000000000000" pitchFamily="2" charset="0"/>
              </a:rPr>
              <a:t>ከእነዚህም</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የሚከተሉትን</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እንመልከት</a:t>
            </a:r>
            <a:r>
              <a:rPr lang="en-US" b="1" dirty="0" smtClean="0">
                <a:latin typeface="Power Geez Unicode1" panose="00000400000000000000" pitchFamily="2" charset="0"/>
              </a:rPr>
              <a:t>፡-</a:t>
            </a:r>
            <a:endParaRPr lang="en-US" b="1" dirty="0">
              <a:latin typeface="Power Geez Unicode1" panose="00000400000000000000" pitchFamily="2" charset="0"/>
            </a:endParaRPr>
          </a:p>
        </p:txBody>
      </p:sp>
    </p:spTree>
    <p:extLst>
      <p:ext uri="{BB962C8B-B14F-4D97-AF65-F5344CB8AC3E}">
        <p14:creationId xmlns:p14="http://schemas.microsoft.com/office/powerpoint/2010/main" val="4225933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0" y="381000"/>
            <a:ext cx="8686800" cy="6477000"/>
          </a:xfrm>
        </p:spPr>
        <p:txBody>
          <a:bodyPr>
            <a:normAutofit fontScale="55000" lnSpcReduction="20000"/>
          </a:bodyPr>
          <a:lstStyle/>
          <a:p>
            <a:pPr algn="just">
              <a:lnSpc>
                <a:spcPct val="170000"/>
              </a:lnSpc>
            </a:pPr>
            <a:r>
              <a:rPr lang="en-US" dirty="0" smtClean="0">
                <a:solidFill>
                  <a:srgbClr val="C00000"/>
                </a:solidFill>
                <a:latin typeface="Arial Black" panose="020B0A04020102020204" pitchFamily="34" charset="0"/>
              </a:rPr>
              <a:t> </a:t>
            </a:r>
            <a:r>
              <a:rPr lang="en-US" dirty="0" err="1" smtClean="0">
                <a:solidFill>
                  <a:srgbClr val="C00000"/>
                </a:solidFill>
                <a:latin typeface="Arial Black" panose="020B0A04020102020204" pitchFamily="34" charset="0"/>
              </a:rPr>
              <a:t>Arberry</a:t>
            </a:r>
            <a:r>
              <a:rPr lang="en-US" dirty="0" smtClean="0">
                <a:solidFill>
                  <a:srgbClr val="C00000"/>
                </a:solidFill>
                <a:latin typeface="Arial Black" panose="020B0A04020102020204" pitchFamily="34" charset="0"/>
              </a:rPr>
              <a:t>: </a:t>
            </a:r>
            <a:r>
              <a:rPr lang="en-US" dirty="0" smtClean="0">
                <a:latin typeface="Arial Black" panose="020B0A04020102020204" pitchFamily="34" charset="0"/>
              </a:rPr>
              <a:t>When </a:t>
            </a:r>
            <a:r>
              <a:rPr lang="en-US" dirty="0">
                <a:latin typeface="Arial Black" panose="020B0A04020102020204" pitchFamily="34" charset="0"/>
              </a:rPr>
              <a:t>God said, 'Jesus, </a:t>
            </a:r>
            <a:r>
              <a:rPr lang="en-US" dirty="0">
                <a:solidFill>
                  <a:srgbClr val="7030A0"/>
                </a:solidFill>
                <a:latin typeface="Arial Black" panose="020B0A04020102020204" pitchFamily="34" charset="0"/>
              </a:rPr>
              <a:t>I will take thee to </a:t>
            </a:r>
            <a:r>
              <a:rPr lang="en-US" dirty="0" smtClean="0">
                <a:solidFill>
                  <a:srgbClr val="7030A0"/>
                </a:solidFill>
                <a:latin typeface="Arial Black" panose="020B0A04020102020204" pitchFamily="34" charset="0"/>
              </a:rPr>
              <a:t>Me [</a:t>
            </a:r>
            <a:r>
              <a:rPr lang="en-US" b="1" dirty="0" err="1" smtClean="0">
                <a:solidFill>
                  <a:srgbClr val="7030A0"/>
                </a:solidFill>
                <a:latin typeface="Power Geez Unicode1" panose="00000400000000000000" pitchFamily="2" charset="0"/>
              </a:rPr>
              <a:t>ወደእኔ</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እወስድሃለሁ</a:t>
            </a:r>
            <a:r>
              <a:rPr lang="en-US" b="1" dirty="0" smtClean="0">
                <a:solidFill>
                  <a:srgbClr val="7030A0"/>
                </a:solidFill>
                <a:latin typeface="Power Geez Unicode1" panose="00000400000000000000" pitchFamily="2" charset="0"/>
              </a:rPr>
              <a:t>]</a:t>
            </a:r>
            <a:r>
              <a:rPr lang="en-US" dirty="0" smtClean="0">
                <a:solidFill>
                  <a:srgbClr val="7030A0"/>
                </a:solidFill>
                <a:latin typeface="Arial Black" panose="020B0A04020102020204" pitchFamily="34" charset="0"/>
              </a:rPr>
              <a:t> </a:t>
            </a:r>
            <a:r>
              <a:rPr lang="en-US" dirty="0">
                <a:latin typeface="Arial Black" panose="020B0A04020102020204" pitchFamily="34" charset="0"/>
              </a:rPr>
              <a:t>and will raise thee to Me and I will purify thee of those who believe not. I will set thy followers above the unbelievers till the Resurrection Day. Then unto Me shall you return, and I will decide between you, as to what you were at variance on</a:t>
            </a:r>
            <a:r>
              <a:rPr lang="en-US" dirty="0" smtClean="0">
                <a:latin typeface="Arial Black" panose="020B0A04020102020204" pitchFamily="34" charset="0"/>
              </a:rPr>
              <a:t>.</a:t>
            </a:r>
          </a:p>
          <a:p>
            <a:pPr algn="just">
              <a:lnSpc>
                <a:spcPct val="170000"/>
              </a:lnSpc>
            </a:pPr>
            <a:r>
              <a:rPr lang="en-US" dirty="0" err="1" smtClean="0">
                <a:solidFill>
                  <a:srgbClr val="C00000"/>
                </a:solidFill>
                <a:latin typeface="Arial Black" panose="020B0A04020102020204" pitchFamily="34" charset="0"/>
              </a:rPr>
              <a:t>Asad</a:t>
            </a:r>
            <a:r>
              <a:rPr lang="en-US" dirty="0" smtClean="0">
                <a:solidFill>
                  <a:srgbClr val="C00000"/>
                </a:solidFill>
                <a:latin typeface="Arial Black" panose="020B0A04020102020204" pitchFamily="34" charset="0"/>
              </a:rPr>
              <a:t>: </a:t>
            </a:r>
            <a:r>
              <a:rPr lang="en-US" dirty="0" smtClean="0">
                <a:latin typeface="Arial Black" panose="020B0A04020102020204" pitchFamily="34" charset="0"/>
              </a:rPr>
              <a:t>Lo</a:t>
            </a:r>
            <a:r>
              <a:rPr lang="en-US" dirty="0">
                <a:latin typeface="Arial Black" panose="020B0A04020102020204" pitchFamily="34" charset="0"/>
              </a:rPr>
              <a:t>! God said: "O Jesus! Verily, </a:t>
            </a:r>
            <a:r>
              <a:rPr lang="en-US" dirty="0">
                <a:solidFill>
                  <a:srgbClr val="7030A0"/>
                </a:solidFill>
                <a:latin typeface="Arial Black" panose="020B0A04020102020204" pitchFamily="34" charset="0"/>
              </a:rPr>
              <a:t>I shall cause thee to die</a:t>
            </a:r>
            <a:r>
              <a:rPr lang="en-US" dirty="0">
                <a:latin typeface="Arial Black" panose="020B0A04020102020204" pitchFamily="34" charset="0"/>
              </a:rPr>
              <a:t>, </a:t>
            </a:r>
            <a:r>
              <a:rPr lang="en-US" b="1" dirty="0" smtClean="0">
                <a:solidFill>
                  <a:srgbClr val="7030A0"/>
                </a:solidFill>
                <a:latin typeface="Power Geez Unicode1" panose="00000400000000000000" pitchFamily="2" charset="0"/>
              </a:rPr>
              <a:t>[</a:t>
            </a:r>
            <a:r>
              <a:rPr lang="en-US" b="1" dirty="0" err="1" smtClean="0">
                <a:solidFill>
                  <a:srgbClr val="7030A0"/>
                </a:solidFill>
                <a:latin typeface="Power Geez Unicode1" panose="00000400000000000000" pitchFamily="2" charset="0"/>
              </a:rPr>
              <a:t>እንድትሞት</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አደርግሃለሁ</a:t>
            </a:r>
            <a:r>
              <a:rPr lang="en-US" b="1" dirty="0" smtClean="0">
                <a:solidFill>
                  <a:srgbClr val="7030A0"/>
                </a:solidFill>
                <a:latin typeface="Power Geez Unicode1" panose="00000400000000000000" pitchFamily="2" charset="0"/>
              </a:rPr>
              <a:t>] </a:t>
            </a:r>
            <a:r>
              <a:rPr lang="en-US" dirty="0" smtClean="0">
                <a:latin typeface="Arial Black" panose="020B0A04020102020204" pitchFamily="34" charset="0"/>
              </a:rPr>
              <a:t>and </a:t>
            </a:r>
            <a:r>
              <a:rPr lang="en-US" dirty="0">
                <a:latin typeface="Arial Black" panose="020B0A04020102020204" pitchFamily="34" charset="0"/>
              </a:rPr>
              <a:t>shall exalt thee unto Me, and cleanse thee of [the presence of] those who are bent on denying the truth; and I shall place those who follow thee [far] above those who are bent on denying the truth, unto the Day of Resurrection. In the end, unto Me you all must return, and I shall judge between you with regard to all on which you were wont to differ.</a:t>
            </a:r>
          </a:p>
          <a:p>
            <a:endParaRPr lang="en-US" dirty="0"/>
          </a:p>
          <a:p>
            <a:pPr>
              <a:buFont typeface="Wingdings" panose="05000000000000000000" pitchFamily="2" charset="2"/>
              <a:buChar char="v"/>
            </a:pPr>
            <a:endParaRPr lang="en-US" dirty="0"/>
          </a:p>
        </p:txBody>
      </p:sp>
    </p:spTree>
    <p:extLst>
      <p:ext uri="{BB962C8B-B14F-4D97-AF65-F5344CB8AC3E}">
        <p14:creationId xmlns:p14="http://schemas.microsoft.com/office/powerpoint/2010/main" val="694478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457200"/>
            <a:ext cx="8839200" cy="6400800"/>
          </a:xfrm>
        </p:spPr>
        <p:txBody>
          <a:bodyPr>
            <a:normAutofit fontScale="55000" lnSpcReduction="20000"/>
          </a:bodyPr>
          <a:lstStyle/>
          <a:p>
            <a:pPr algn="just">
              <a:lnSpc>
                <a:spcPct val="170000"/>
              </a:lnSpc>
            </a:pPr>
            <a:r>
              <a:rPr lang="en-US" dirty="0" smtClean="0">
                <a:solidFill>
                  <a:srgbClr val="C00000"/>
                </a:solidFill>
              </a:rPr>
              <a:t> </a:t>
            </a:r>
            <a:r>
              <a:rPr lang="en-US" b="1" dirty="0" err="1" smtClean="0">
                <a:solidFill>
                  <a:srgbClr val="C00000"/>
                </a:solidFill>
                <a:latin typeface="Arial Black" panose="020B0A04020102020204" pitchFamily="34" charset="0"/>
              </a:rPr>
              <a:t>Daryabadi</a:t>
            </a:r>
            <a:r>
              <a:rPr lang="en-US" b="1" dirty="0" smtClean="0">
                <a:solidFill>
                  <a:srgbClr val="C00000"/>
                </a:solidFill>
                <a:latin typeface="Arial Black" panose="020B0A04020102020204" pitchFamily="34" charset="0"/>
              </a:rPr>
              <a:t>: </a:t>
            </a:r>
            <a:r>
              <a:rPr lang="en-US" b="1" dirty="0" smtClean="0">
                <a:latin typeface="Arial Black" panose="020B0A04020102020204" pitchFamily="34" charset="0"/>
              </a:rPr>
              <a:t>Recall </a:t>
            </a:r>
            <a:r>
              <a:rPr lang="en-US" b="1" dirty="0">
                <a:latin typeface="Arial Black" panose="020B0A04020102020204" pitchFamily="34" charset="0"/>
              </a:rPr>
              <a:t>what time Allah said: O 'Isa! </a:t>
            </a:r>
            <a:r>
              <a:rPr lang="en-US" b="1" dirty="0">
                <a:solidFill>
                  <a:srgbClr val="7030A0"/>
                </a:solidFill>
                <a:latin typeface="Arial Black" panose="020B0A04020102020204" pitchFamily="34" charset="0"/>
              </a:rPr>
              <a:t>verily I shall make thee die</a:t>
            </a:r>
            <a:r>
              <a:rPr lang="en-US" b="1" dirty="0" smtClean="0">
                <a:latin typeface="Arial Black" panose="020B0A04020102020204" pitchFamily="34" charset="0"/>
              </a:rPr>
              <a:t>,</a:t>
            </a:r>
            <a:r>
              <a:rPr lang="en-US" dirty="0" smtClean="0">
                <a:solidFill>
                  <a:srgbClr val="7030A0"/>
                </a:solidFill>
                <a:latin typeface="Arial Black" panose="020B0A04020102020204" pitchFamily="34" charset="0"/>
              </a:rPr>
              <a:t> </a:t>
            </a:r>
            <a:r>
              <a:rPr lang="en-US" b="1" dirty="0" smtClean="0">
                <a:solidFill>
                  <a:srgbClr val="7030A0"/>
                </a:solidFill>
                <a:latin typeface="Power Geez Unicode1" panose="00000400000000000000" pitchFamily="2" charset="0"/>
              </a:rPr>
              <a:t>[</a:t>
            </a:r>
            <a:r>
              <a:rPr lang="en-US" b="1" dirty="0" err="1" smtClean="0">
                <a:solidFill>
                  <a:srgbClr val="7030A0"/>
                </a:solidFill>
                <a:latin typeface="Power Geez Unicode1" panose="00000400000000000000" pitchFamily="2" charset="0"/>
              </a:rPr>
              <a:t>እንድትሞት</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አደርግሃለሁ</a:t>
            </a:r>
            <a:r>
              <a:rPr lang="en-US" b="1" dirty="0" smtClean="0">
                <a:solidFill>
                  <a:srgbClr val="7030A0"/>
                </a:solidFill>
                <a:latin typeface="Power Geez Unicode1" panose="00000400000000000000" pitchFamily="2" charset="0"/>
              </a:rPr>
              <a:t>]</a:t>
            </a:r>
            <a:r>
              <a:rPr lang="en-US" b="1" dirty="0" smtClean="0">
                <a:latin typeface="Power Geez Unicode1" panose="00000400000000000000" pitchFamily="2" charset="0"/>
              </a:rPr>
              <a:t> </a:t>
            </a:r>
            <a:r>
              <a:rPr lang="en-US" b="1" dirty="0">
                <a:latin typeface="Arial Black" panose="020B0A04020102020204" pitchFamily="34" charset="0"/>
              </a:rPr>
              <a:t>and am lifting thee to myself and am purifying thee from those who disbelieve, and shall place those who follow thee above those who disbelieve until the Day of Resurrection; thereafter unto Me shall be the return of you all, then I shall judge between you of that wherein ye were wont to differ</a:t>
            </a:r>
            <a:r>
              <a:rPr lang="en-US" b="1" dirty="0" smtClean="0">
                <a:latin typeface="Arial Black" panose="020B0A04020102020204" pitchFamily="34" charset="0"/>
              </a:rPr>
              <a:t>.</a:t>
            </a:r>
          </a:p>
          <a:p>
            <a:pPr algn="just">
              <a:lnSpc>
                <a:spcPct val="170000"/>
              </a:lnSpc>
            </a:pPr>
            <a:r>
              <a:rPr lang="en-US" b="1" dirty="0">
                <a:latin typeface="Arial Black" panose="020B0A04020102020204" pitchFamily="34" charset="0"/>
              </a:rPr>
              <a:t> </a:t>
            </a:r>
            <a:r>
              <a:rPr lang="en-US" b="1" dirty="0" err="1">
                <a:solidFill>
                  <a:srgbClr val="C00000"/>
                </a:solidFill>
                <a:latin typeface="Arial Black" panose="020B0A04020102020204" pitchFamily="34" charset="0"/>
              </a:rPr>
              <a:t>ClearQuran</a:t>
            </a:r>
            <a:r>
              <a:rPr lang="en-US" b="1" dirty="0">
                <a:solidFill>
                  <a:srgbClr val="C00000"/>
                </a:solidFill>
                <a:latin typeface="Arial Black" panose="020B0A04020102020204" pitchFamily="34" charset="0"/>
              </a:rPr>
              <a:t> </a:t>
            </a:r>
            <a:r>
              <a:rPr lang="en-US" b="1" dirty="0" smtClean="0">
                <a:solidFill>
                  <a:srgbClr val="C00000"/>
                </a:solidFill>
                <a:latin typeface="Arial Black" panose="020B0A04020102020204" pitchFamily="34" charset="0"/>
              </a:rPr>
              <a:t>– God</a:t>
            </a:r>
            <a:r>
              <a:rPr lang="en-US" b="1" dirty="0" smtClean="0">
                <a:latin typeface="Arial Black" panose="020B0A04020102020204" pitchFamily="34" charset="0"/>
              </a:rPr>
              <a:t>: God </a:t>
            </a:r>
            <a:r>
              <a:rPr lang="en-US" b="1" dirty="0">
                <a:latin typeface="Arial Black" panose="020B0A04020102020204" pitchFamily="34" charset="0"/>
              </a:rPr>
              <a:t>said, “O Jesus, </a:t>
            </a:r>
            <a:r>
              <a:rPr lang="en-US" b="1" dirty="0">
                <a:solidFill>
                  <a:srgbClr val="7030A0"/>
                </a:solidFill>
                <a:latin typeface="Arial Black" panose="020B0A04020102020204" pitchFamily="34" charset="0"/>
              </a:rPr>
              <a:t>I am terminating your life</a:t>
            </a:r>
            <a:r>
              <a:rPr lang="en-US" b="1" dirty="0">
                <a:latin typeface="Arial Black" panose="020B0A04020102020204" pitchFamily="34" charset="0"/>
              </a:rPr>
              <a:t>, </a:t>
            </a:r>
            <a:r>
              <a:rPr lang="en-US" b="1" dirty="0" smtClean="0">
                <a:solidFill>
                  <a:srgbClr val="7030A0"/>
                </a:solidFill>
                <a:latin typeface="Power Geez Unicode1" panose="00000400000000000000" pitchFamily="2" charset="0"/>
              </a:rPr>
              <a:t>[</a:t>
            </a:r>
            <a:r>
              <a:rPr lang="en-US" b="1" dirty="0" err="1" smtClean="0">
                <a:solidFill>
                  <a:srgbClr val="7030A0"/>
                </a:solidFill>
                <a:latin typeface="Power Geez Unicode1" panose="00000400000000000000" pitchFamily="2" charset="0"/>
              </a:rPr>
              <a:t>ህይወት</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ፍጻሜ</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እሰጠዋለሁ</a:t>
            </a:r>
            <a:r>
              <a:rPr lang="en-US" b="1" dirty="0" smtClean="0">
                <a:solidFill>
                  <a:srgbClr val="7030A0"/>
                </a:solidFill>
                <a:latin typeface="Power Geez Unicode1" panose="00000400000000000000" pitchFamily="2" charset="0"/>
              </a:rPr>
              <a:t>/</a:t>
            </a:r>
            <a:r>
              <a:rPr lang="en-US" b="1" dirty="0" err="1" smtClean="0">
                <a:solidFill>
                  <a:srgbClr val="7030A0"/>
                </a:solidFill>
                <a:latin typeface="Power Geez Unicode1" panose="00000400000000000000" pitchFamily="2" charset="0"/>
              </a:rPr>
              <a:t>ትሞታለህ</a:t>
            </a:r>
            <a:r>
              <a:rPr lang="en-US" b="1" dirty="0" smtClean="0">
                <a:solidFill>
                  <a:srgbClr val="7030A0"/>
                </a:solidFill>
                <a:latin typeface="Power Geez Unicode1" panose="00000400000000000000" pitchFamily="2" charset="0"/>
              </a:rPr>
              <a:t>] </a:t>
            </a:r>
            <a:r>
              <a:rPr lang="en-US" b="1" dirty="0" smtClean="0">
                <a:latin typeface="Arial Black" panose="020B0A04020102020204" pitchFamily="34" charset="0"/>
              </a:rPr>
              <a:t>and </a:t>
            </a:r>
            <a:r>
              <a:rPr lang="en-US" b="1" dirty="0">
                <a:latin typeface="Arial Black" panose="020B0A04020102020204" pitchFamily="34" charset="0"/>
              </a:rPr>
              <a:t>raising you to Me, and clearing you of those who disbelieve. And I will make those who follow you superior to those who disbelieve, until the Day of Resurrection. Then to Me is your return; then I will judge between you regarding what you were disputing.</a:t>
            </a:r>
          </a:p>
          <a:p>
            <a:endParaRPr lang="en-US" dirty="0"/>
          </a:p>
          <a:p>
            <a:pPr>
              <a:buFont typeface="Wingdings" panose="05000000000000000000" pitchFamily="2" charset="2"/>
              <a:buChar char="v"/>
            </a:pPr>
            <a:endParaRPr lang="en-US" dirty="0"/>
          </a:p>
        </p:txBody>
      </p:sp>
    </p:spTree>
    <p:extLst>
      <p:ext uri="{BB962C8B-B14F-4D97-AF65-F5344CB8AC3E}">
        <p14:creationId xmlns:p14="http://schemas.microsoft.com/office/powerpoint/2010/main" val="1486785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76200"/>
            <a:ext cx="8229600" cy="198438"/>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400800"/>
          </a:xfrm>
        </p:spPr>
        <p:txBody>
          <a:bodyPr>
            <a:normAutofit fontScale="62500" lnSpcReduction="20000"/>
          </a:bodyPr>
          <a:lstStyle/>
          <a:p>
            <a:pPr algn="just">
              <a:lnSpc>
                <a:spcPct val="170000"/>
              </a:lnSpc>
            </a:pPr>
            <a:r>
              <a:rPr lang="en-US" dirty="0">
                <a:solidFill>
                  <a:srgbClr val="C00000"/>
                </a:solidFill>
                <a:latin typeface="Arial Black" panose="020B0A04020102020204" pitchFamily="34" charset="0"/>
              </a:rPr>
              <a:t>Community </a:t>
            </a:r>
            <a:r>
              <a:rPr lang="en-US" dirty="0" smtClean="0">
                <a:solidFill>
                  <a:srgbClr val="C00000"/>
                </a:solidFill>
                <a:latin typeface="Arial Black" panose="020B0A04020102020204" pitchFamily="34" charset="0"/>
              </a:rPr>
              <a:t>– Allah</a:t>
            </a:r>
            <a:r>
              <a:rPr lang="en-US" dirty="0" smtClean="0">
                <a:latin typeface="Arial Black" panose="020B0A04020102020204" pitchFamily="34" charset="0"/>
              </a:rPr>
              <a:t>: Allah </a:t>
            </a:r>
            <a:r>
              <a:rPr lang="en-US" dirty="0">
                <a:latin typeface="Arial Black" panose="020B0A04020102020204" pitchFamily="34" charset="0"/>
              </a:rPr>
              <a:t>said, “O Jesus, </a:t>
            </a:r>
            <a:r>
              <a:rPr lang="en-US" dirty="0">
                <a:solidFill>
                  <a:srgbClr val="7030A0"/>
                </a:solidFill>
                <a:latin typeface="Arial Black" panose="020B0A04020102020204" pitchFamily="34" charset="0"/>
              </a:rPr>
              <a:t>I am completing your life,</a:t>
            </a:r>
            <a:r>
              <a:rPr lang="en-US" dirty="0">
                <a:latin typeface="Arial Black" panose="020B0A04020102020204" pitchFamily="34" charset="0"/>
              </a:rPr>
              <a:t> </a:t>
            </a:r>
            <a:r>
              <a:rPr lang="en-US" b="1" dirty="0" smtClean="0">
                <a:solidFill>
                  <a:srgbClr val="7030A0"/>
                </a:solidFill>
                <a:latin typeface="Power Geez Unicode1" panose="00000400000000000000" pitchFamily="2" charset="0"/>
              </a:rPr>
              <a:t>[</a:t>
            </a:r>
            <a:r>
              <a:rPr lang="en-US" b="1" dirty="0" err="1" smtClean="0">
                <a:solidFill>
                  <a:srgbClr val="7030A0"/>
                </a:solidFill>
                <a:latin typeface="Power Geez Unicode1" panose="00000400000000000000" pitchFamily="2" charset="0"/>
              </a:rPr>
              <a:t>ህይወት</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ፍጻሜ</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እሰጠዋለሁ</a:t>
            </a:r>
            <a:r>
              <a:rPr lang="en-US" b="1" dirty="0" smtClean="0">
                <a:solidFill>
                  <a:srgbClr val="7030A0"/>
                </a:solidFill>
                <a:latin typeface="Power Geez Unicode1" panose="00000400000000000000" pitchFamily="2" charset="0"/>
              </a:rPr>
              <a:t>/</a:t>
            </a:r>
            <a:r>
              <a:rPr lang="en-US" b="1" dirty="0" err="1" smtClean="0">
                <a:solidFill>
                  <a:srgbClr val="7030A0"/>
                </a:solidFill>
                <a:latin typeface="Power Geez Unicode1" panose="00000400000000000000" pitchFamily="2" charset="0"/>
              </a:rPr>
              <a:t>ትሞታለህ</a:t>
            </a:r>
            <a:r>
              <a:rPr lang="en-US" b="1" dirty="0" smtClean="0">
                <a:solidFill>
                  <a:srgbClr val="7030A0"/>
                </a:solidFill>
                <a:latin typeface="Power Geez Unicode1" panose="00000400000000000000" pitchFamily="2" charset="0"/>
              </a:rPr>
              <a:t>] </a:t>
            </a:r>
            <a:r>
              <a:rPr lang="en-US" dirty="0" smtClean="0">
                <a:latin typeface="Arial Black" panose="020B0A04020102020204" pitchFamily="34" charset="0"/>
              </a:rPr>
              <a:t>and </a:t>
            </a:r>
            <a:r>
              <a:rPr lang="en-US" dirty="0">
                <a:latin typeface="Arial Black" panose="020B0A04020102020204" pitchFamily="34" charset="0"/>
              </a:rPr>
              <a:t>raising you to Me, and clearing you of those who disbelieve. And I will make those who follow you above those who disbelieve, until the Day of Resurrection. Then to Me is your return, and I will judge between you regarding your disputes</a:t>
            </a:r>
            <a:r>
              <a:rPr lang="en-US" dirty="0" smtClean="0">
                <a:latin typeface="Arial Black" panose="020B0A04020102020204" pitchFamily="34" charset="0"/>
              </a:rPr>
              <a:t>.</a:t>
            </a:r>
          </a:p>
          <a:p>
            <a:pPr algn="just">
              <a:lnSpc>
                <a:spcPct val="170000"/>
              </a:lnSpc>
            </a:pPr>
            <a:r>
              <a:rPr lang="en-US" dirty="0">
                <a:solidFill>
                  <a:srgbClr val="C00000"/>
                </a:solidFill>
                <a:latin typeface="Arial Black" panose="020B0A04020102020204" pitchFamily="34" charset="0"/>
              </a:rPr>
              <a:t> </a:t>
            </a:r>
            <a:r>
              <a:rPr lang="en-US" dirty="0" err="1" smtClean="0">
                <a:solidFill>
                  <a:srgbClr val="C00000"/>
                </a:solidFill>
                <a:latin typeface="Arial Black" panose="020B0A04020102020204" pitchFamily="34" charset="0"/>
              </a:rPr>
              <a:t>Pickthall</a:t>
            </a:r>
            <a:r>
              <a:rPr lang="en-US" dirty="0" smtClean="0">
                <a:solidFill>
                  <a:srgbClr val="C00000"/>
                </a:solidFill>
                <a:latin typeface="Arial Black" panose="020B0A04020102020204" pitchFamily="34" charset="0"/>
              </a:rPr>
              <a:t>: </a:t>
            </a:r>
            <a:r>
              <a:rPr lang="en-US" dirty="0" smtClean="0">
                <a:latin typeface="Arial Black" panose="020B0A04020102020204" pitchFamily="34" charset="0"/>
              </a:rPr>
              <a:t>(And </a:t>
            </a:r>
            <a:r>
              <a:rPr lang="en-US" dirty="0">
                <a:latin typeface="Arial Black" panose="020B0A04020102020204" pitchFamily="34" charset="0"/>
              </a:rPr>
              <a:t>remember) when Allah said: O Jesus! Lo! </a:t>
            </a:r>
            <a:r>
              <a:rPr lang="en-US" dirty="0">
                <a:solidFill>
                  <a:srgbClr val="7030A0"/>
                </a:solidFill>
                <a:latin typeface="Arial Black" panose="020B0A04020102020204" pitchFamily="34" charset="0"/>
              </a:rPr>
              <a:t>I am gathering thee </a:t>
            </a:r>
            <a:r>
              <a:rPr lang="en-US" dirty="0" smtClean="0">
                <a:solidFill>
                  <a:srgbClr val="7030A0"/>
                </a:solidFill>
                <a:latin typeface="Arial Black" panose="020B0A04020102020204" pitchFamily="34" charset="0"/>
              </a:rPr>
              <a:t>[</a:t>
            </a:r>
            <a:r>
              <a:rPr lang="en-US" b="1" dirty="0" err="1" smtClean="0">
                <a:solidFill>
                  <a:srgbClr val="7030A0"/>
                </a:solidFill>
                <a:latin typeface="Power Geez Unicode1" panose="00000400000000000000" pitchFamily="2" charset="0"/>
              </a:rPr>
              <a:t>እሰበስብሃለሁ</a:t>
            </a:r>
            <a:r>
              <a:rPr lang="en-US" b="1" dirty="0" smtClean="0">
                <a:solidFill>
                  <a:srgbClr val="7030A0"/>
                </a:solidFill>
                <a:latin typeface="Power Geez Unicode1" panose="00000400000000000000" pitchFamily="2" charset="0"/>
              </a:rPr>
              <a:t>] </a:t>
            </a:r>
            <a:r>
              <a:rPr lang="en-US" dirty="0" smtClean="0">
                <a:latin typeface="Arial Black" panose="020B0A04020102020204" pitchFamily="34" charset="0"/>
              </a:rPr>
              <a:t>and </a:t>
            </a:r>
            <a:r>
              <a:rPr lang="en-US" dirty="0">
                <a:latin typeface="Arial Black" panose="020B0A04020102020204" pitchFamily="34" charset="0"/>
              </a:rPr>
              <a:t>causing thee to ascend unto Me, and am cleansing thee of those who disbelieve and am setting those who follow thee above those who disbelieve until the Day of Resurrection. Then unto Me ye will (all) return, and I shall judge between you as to that wherein ye used to differ.</a:t>
            </a:r>
          </a:p>
          <a:p>
            <a:endParaRPr lang="en-US" dirty="0"/>
          </a:p>
          <a:p>
            <a:pPr marL="0" indent="0">
              <a:buNone/>
            </a:pPr>
            <a:endParaRPr lang="en-US" dirty="0"/>
          </a:p>
        </p:txBody>
      </p:sp>
    </p:spTree>
    <p:extLst>
      <p:ext uri="{BB962C8B-B14F-4D97-AF65-F5344CB8AC3E}">
        <p14:creationId xmlns:p14="http://schemas.microsoft.com/office/powerpoint/2010/main" val="3286334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457200"/>
            <a:ext cx="8610600" cy="6324600"/>
          </a:xfrm>
        </p:spPr>
        <p:txBody>
          <a:bodyPr>
            <a:normAutofit fontScale="85000" lnSpcReduction="10000"/>
          </a:bodyPr>
          <a:lstStyle/>
          <a:p>
            <a:pPr algn="just">
              <a:lnSpc>
                <a:spcPct val="150000"/>
              </a:lnSpc>
            </a:pPr>
            <a:r>
              <a:rPr lang="en-US" dirty="0" err="1" smtClean="0">
                <a:solidFill>
                  <a:srgbClr val="C00000"/>
                </a:solidFill>
                <a:latin typeface="Arial Black" panose="020B0A04020102020204" pitchFamily="34" charset="0"/>
              </a:rPr>
              <a:t>Qarai</a:t>
            </a:r>
            <a:r>
              <a:rPr lang="en-US" dirty="0" smtClean="0">
                <a:solidFill>
                  <a:srgbClr val="C00000"/>
                </a:solidFill>
                <a:latin typeface="Arial Black" panose="020B0A04020102020204" pitchFamily="34" charset="0"/>
              </a:rPr>
              <a:t>: </a:t>
            </a:r>
            <a:r>
              <a:rPr lang="en-US" dirty="0" smtClean="0">
                <a:latin typeface="Arial Black" panose="020B0A04020102020204" pitchFamily="34" charset="0"/>
              </a:rPr>
              <a:t>When </a:t>
            </a:r>
            <a:r>
              <a:rPr lang="en-US" dirty="0">
                <a:latin typeface="Arial Black" panose="020B0A04020102020204" pitchFamily="34" charset="0"/>
              </a:rPr>
              <a:t>Allah said, ‘O Jesus, </a:t>
            </a:r>
            <a:r>
              <a:rPr lang="en-US" dirty="0">
                <a:solidFill>
                  <a:srgbClr val="7030A0"/>
                </a:solidFill>
                <a:latin typeface="Arial Black" panose="020B0A04020102020204" pitchFamily="34" charset="0"/>
              </a:rPr>
              <a:t>I shall take you[r soul]</a:t>
            </a:r>
            <a:r>
              <a:rPr lang="en-US" dirty="0">
                <a:latin typeface="Arial Black" panose="020B0A04020102020204" pitchFamily="34" charset="0"/>
              </a:rPr>
              <a:t>, </a:t>
            </a:r>
            <a:r>
              <a:rPr lang="en-US" b="1" dirty="0" smtClean="0">
                <a:solidFill>
                  <a:srgbClr val="7030A0"/>
                </a:solidFill>
                <a:latin typeface="Power Geez Unicode1" panose="00000400000000000000" pitchFamily="2" charset="0"/>
              </a:rPr>
              <a:t>[</a:t>
            </a:r>
            <a:r>
              <a:rPr lang="en-US" b="1" dirty="0" err="1" smtClean="0">
                <a:solidFill>
                  <a:srgbClr val="7030A0"/>
                </a:solidFill>
                <a:latin typeface="Power Geez Unicode1" panose="00000400000000000000" pitchFamily="2" charset="0"/>
              </a:rPr>
              <a:t>ነፍስህን</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እወስደዋለሁ</a:t>
            </a:r>
            <a:r>
              <a:rPr lang="en-US" b="1" dirty="0" smtClean="0">
                <a:solidFill>
                  <a:srgbClr val="7030A0"/>
                </a:solidFill>
                <a:latin typeface="Power Geez Unicode1" panose="00000400000000000000" pitchFamily="2" charset="0"/>
              </a:rPr>
              <a:t>] </a:t>
            </a:r>
            <a:r>
              <a:rPr lang="en-US" dirty="0" smtClean="0">
                <a:latin typeface="Arial Black" panose="020B0A04020102020204" pitchFamily="34" charset="0"/>
              </a:rPr>
              <a:t>and </a:t>
            </a:r>
            <a:r>
              <a:rPr lang="en-US" dirty="0">
                <a:latin typeface="Arial Black" panose="020B0A04020102020204" pitchFamily="34" charset="0"/>
              </a:rPr>
              <a:t>I shall raise you up toward Myself, and I shall clear you of [the calumnies of] the faithless, and I shall set those who follow you above the faithless until the Day of Resurrection. Then to Me will be your return, whereat I will judge between you concerning that about which you used to differ.</a:t>
            </a:r>
          </a:p>
          <a:p>
            <a:pPr marL="0" indent="0">
              <a:buNone/>
            </a:pPr>
            <a:endParaRPr lang="en-US" dirty="0"/>
          </a:p>
        </p:txBody>
      </p:sp>
    </p:spTree>
    <p:extLst>
      <p:ext uri="{BB962C8B-B14F-4D97-AF65-F5344CB8AC3E}">
        <p14:creationId xmlns:p14="http://schemas.microsoft.com/office/powerpoint/2010/main" val="3689828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274638"/>
          </a:xfrm>
        </p:spPr>
        <p:txBody>
          <a:bodyPr>
            <a:normAutofit fontScale="90000"/>
          </a:bodyPr>
          <a:lstStyle/>
          <a:p>
            <a:endParaRPr lang="en-US" dirty="0"/>
          </a:p>
        </p:txBody>
      </p:sp>
      <p:sp>
        <p:nvSpPr>
          <p:cNvPr id="3" name="Content Placeholder 2"/>
          <p:cNvSpPr>
            <a:spLocks noGrp="1"/>
          </p:cNvSpPr>
          <p:nvPr>
            <p:ph idx="1"/>
          </p:nvPr>
        </p:nvSpPr>
        <p:spPr>
          <a:xfrm>
            <a:off x="0" y="381000"/>
            <a:ext cx="9067800" cy="6553200"/>
          </a:xfrm>
        </p:spPr>
        <p:txBody>
          <a:bodyPr>
            <a:normAutofit fontScale="70000" lnSpcReduction="20000"/>
          </a:bodyPr>
          <a:lstStyle/>
          <a:p>
            <a:pPr algn="just">
              <a:lnSpc>
                <a:spcPct val="170000"/>
              </a:lnSpc>
              <a:buFont typeface="Wingdings" panose="05000000000000000000" pitchFamily="2" charset="2"/>
              <a:buChar char="v"/>
            </a:pPr>
            <a:r>
              <a:rPr lang="en-US" sz="4000" b="1" dirty="0" smtClean="0">
                <a:solidFill>
                  <a:srgbClr val="FF0000"/>
                </a:solidFill>
                <a:latin typeface="Power Geez Unicode1" panose="00000400000000000000" pitchFamily="2" charset="0"/>
              </a:rPr>
              <a:t> </a:t>
            </a:r>
            <a:r>
              <a:rPr lang="en-US" sz="4000" b="1" dirty="0" err="1" smtClean="0">
                <a:solidFill>
                  <a:srgbClr val="FF0000"/>
                </a:solidFill>
                <a:latin typeface="Power Geez Unicode1" panose="00000400000000000000" pitchFamily="2" charset="0"/>
              </a:rPr>
              <a:t>ሱራ</a:t>
            </a:r>
            <a:r>
              <a:rPr lang="en-US" sz="4000" b="1" dirty="0" smtClean="0">
                <a:solidFill>
                  <a:srgbClr val="FF0000"/>
                </a:solidFill>
                <a:latin typeface="Power Geez Unicode1" panose="00000400000000000000" pitchFamily="2" charset="0"/>
              </a:rPr>
              <a:t> 5፡117፡ </a:t>
            </a:r>
            <a:r>
              <a:rPr lang="am-ET" b="1" dirty="0" smtClean="0"/>
              <a:t>"እኔ </a:t>
            </a:r>
            <a:r>
              <a:rPr lang="am-ET" b="1" dirty="0"/>
              <a:t>ለእነርሱ ያዘዝኳቸውን ብቻ ነው ያልኩት፤ አላህን ጌታዬና የናንተ ጌታ አድርጋችሁ ተገዙት ነው ያልኩት። እኔም በእነርሱ ላይ እስከ ኖርኩ ድረስ ምስክር ነበርኩ፤ ባነሳኸኝ </a:t>
            </a:r>
            <a:r>
              <a:rPr lang="am-ET" b="1" dirty="0" smtClean="0"/>
              <a:t>ጊዜ</a:t>
            </a:r>
            <a:r>
              <a:rPr lang="en-US" b="1" dirty="0" smtClean="0">
                <a:latin typeface="Power Geez Unicode1" panose="00000400000000000000" pitchFamily="2" charset="0"/>
              </a:rPr>
              <a:t> </a:t>
            </a:r>
            <a:r>
              <a:rPr lang="en-US" b="1" dirty="0" smtClean="0">
                <a:solidFill>
                  <a:srgbClr val="7030A0"/>
                </a:solidFill>
                <a:latin typeface="Power Geez Unicode1" panose="00000400000000000000" pitchFamily="2" charset="0"/>
              </a:rPr>
              <a:t>[</a:t>
            </a:r>
            <a:r>
              <a:rPr lang="en-US" b="1" dirty="0" err="1" smtClean="0">
                <a:solidFill>
                  <a:srgbClr val="7030A0"/>
                </a:solidFill>
                <a:latin typeface="Power Geez Unicode1" panose="00000400000000000000" pitchFamily="2" charset="0"/>
              </a:rPr>
              <a:t>ተወፈይታኒ</a:t>
            </a:r>
            <a:r>
              <a:rPr lang="en-US" b="1" dirty="0" smtClean="0">
                <a:solidFill>
                  <a:srgbClr val="7030A0"/>
                </a:solidFill>
                <a:latin typeface="Power Geez Unicode1" panose="00000400000000000000" pitchFamily="2" charset="0"/>
              </a:rPr>
              <a:t>]</a:t>
            </a:r>
            <a:r>
              <a:rPr lang="am-ET" b="1" dirty="0" smtClean="0">
                <a:solidFill>
                  <a:srgbClr val="7030A0"/>
                </a:solidFill>
              </a:rPr>
              <a:t> </a:t>
            </a:r>
            <a:r>
              <a:rPr lang="am-ET" b="1" dirty="0"/>
              <a:t>ደግሞ አንተ በእነርሱ ላይ ተመልካች ሆነሃል፤ አንተም በነገሮች ሁሉ ላይ ዐዋቂ ነህ።" </a:t>
            </a:r>
            <a:endParaRPr lang="en-US" b="1" dirty="0" smtClean="0">
              <a:latin typeface="Power Geez Unicode1" panose="00000400000000000000" pitchFamily="2" charset="0"/>
            </a:endParaRPr>
          </a:p>
          <a:p>
            <a:pPr algn="just">
              <a:lnSpc>
                <a:spcPct val="170000"/>
              </a:lnSpc>
              <a:buFont typeface="Wingdings" panose="05000000000000000000" pitchFamily="2" charset="2"/>
              <a:buChar char="v"/>
            </a:pPr>
            <a:r>
              <a:rPr lang="en-US" b="1" dirty="0">
                <a:solidFill>
                  <a:srgbClr val="FF0000"/>
                </a:solidFill>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በምድር</a:t>
            </a:r>
            <a:r>
              <a:rPr lang="en-US" b="1" dirty="0" smtClean="0">
                <a:latin typeface="Power Geez Unicode1" panose="00000400000000000000" pitchFamily="2" charset="0"/>
              </a:rPr>
              <a:t> </a:t>
            </a:r>
            <a:r>
              <a:rPr lang="en-US" b="1" dirty="0" err="1" smtClean="0">
                <a:latin typeface="Power Geez Unicode1" panose="00000400000000000000" pitchFamily="2" charset="0"/>
              </a:rPr>
              <a:t>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በነበረበት</a:t>
            </a:r>
            <a:r>
              <a:rPr lang="en-US" b="1" dirty="0" smtClean="0">
                <a:latin typeface="Power Geez Unicode1" panose="00000400000000000000" pitchFamily="2" charset="0"/>
              </a:rPr>
              <a:t> </a:t>
            </a:r>
            <a:r>
              <a:rPr lang="en-US" b="1" dirty="0" err="1" smtClean="0">
                <a:latin typeface="Power Geez Unicode1" panose="00000400000000000000" pitchFamily="2" charset="0"/>
              </a:rPr>
              <a:t>ጊኤ</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በተከታዮቹ</a:t>
            </a:r>
            <a:r>
              <a:rPr lang="en-US" b="1" dirty="0" smtClean="0">
                <a:latin typeface="Power Geez Unicode1" panose="00000400000000000000" pitchFamily="2" charset="0"/>
              </a:rPr>
              <a:t> </a:t>
            </a:r>
            <a:r>
              <a:rPr lang="en-US" b="1" dirty="0" err="1" smtClean="0">
                <a:latin typeface="Power Geez Unicode1" panose="00000400000000000000" pitchFamily="2" charset="0"/>
              </a:rPr>
              <a:t>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ምስክር</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እንደሆነ</a:t>
            </a:r>
            <a:r>
              <a:rPr lang="en-US" b="1" dirty="0" smtClean="0">
                <a:latin typeface="Power Geez Unicode1" panose="00000400000000000000" pitchFamily="2" charset="0"/>
              </a:rPr>
              <a:t> </a:t>
            </a:r>
            <a:r>
              <a:rPr lang="en-US" b="1" dirty="0" err="1" smtClean="0">
                <a:latin typeface="Power Geez Unicode1" panose="00000400000000000000" pitchFamily="2" charset="0"/>
              </a:rPr>
              <a:t>ነገር</a:t>
            </a:r>
            <a:r>
              <a:rPr lang="en-US" b="1" dirty="0" smtClean="0">
                <a:latin typeface="Power Geez Unicode1" panose="00000400000000000000" pitchFamily="2" charset="0"/>
              </a:rPr>
              <a:t> </a:t>
            </a:r>
            <a:r>
              <a:rPr lang="en-US" b="1" dirty="0" err="1" smtClean="0">
                <a:latin typeface="Power Geez Unicode1" panose="00000400000000000000" pitchFamily="2" charset="0"/>
              </a:rPr>
              <a:t>ግን</a:t>
            </a:r>
            <a:r>
              <a:rPr lang="en-US" b="1" dirty="0" smtClean="0">
                <a:latin typeface="Power Geez Unicode1" panose="00000400000000000000" pitchFamily="2" charset="0"/>
              </a:rPr>
              <a:t> </a:t>
            </a:r>
            <a:r>
              <a:rPr lang="en-US" b="1" dirty="0" err="1" smtClean="0">
                <a:latin typeface="Power Geez Unicode1" panose="00000400000000000000" pitchFamily="2" charset="0"/>
              </a:rPr>
              <a:t>ከሞተ</a:t>
            </a:r>
            <a:r>
              <a:rPr lang="en-US" b="1" dirty="0" smtClean="0">
                <a:latin typeface="Power Geez Unicode1" panose="00000400000000000000" pitchFamily="2" charset="0"/>
              </a:rPr>
              <a:t> </a:t>
            </a:r>
            <a:r>
              <a:rPr lang="en-US" b="1" dirty="0" err="1" smtClean="0">
                <a:latin typeface="Power Geez Unicode1" panose="00000400000000000000" pitchFamily="2" charset="0"/>
              </a:rPr>
              <a:t>በኃላ</a:t>
            </a:r>
            <a:r>
              <a:rPr lang="en-US" b="1" dirty="0" smtClean="0">
                <a:latin typeface="Power Geez Unicode1" panose="00000400000000000000" pitchFamily="2" charset="0"/>
              </a:rPr>
              <a:t> </a:t>
            </a:r>
            <a:r>
              <a:rPr lang="en-US" b="1" dirty="0" err="1" smtClean="0">
                <a:latin typeface="Power Geez Unicode1" panose="00000400000000000000" pitchFamily="2" charset="0"/>
              </a:rPr>
              <a:t>አላህ</a:t>
            </a:r>
            <a:r>
              <a:rPr lang="en-US" b="1" dirty="0" smtClean="0">
                <a:latin typeface="Power Geez Unicode1" panose="00000400000000000000" pitchFamily="2" charset="0"/>
              </a:rPr>
              <a:t> </a:t>
            </a:r>
            <a:r>
              <a:rPr lang="en-US" b="1" dirty="0" err="1" smtClean="0">
                <a:latin typeface="Power Geez Unicode1" panose="00000400000000000000" pitchFamily="2" charset="0"/>
              </a:rPr>
              <a:t>በእነርሱ</a:t>
            </a:r>
            <a:r>
              <a:rPr lang="en-US" b="1" dirty="0" smtClean="0">
                <a:latin typeface="Power Geez Unicode1" panose="00000400000000000000" pitchFamily="2" charset="0"/>
              </a:rPr>
              <a:t> </a:t>
            </a:r>
            <a:r>
              <a:rPr lang="en-US" b="1" dirty="0" err="1" smtClean="0">
                <a:latin typeface="Power Geez Unicode1" panose="00000400000000000000" pitchFamily="2" charset="0"/>
              </a:rPr>
              <a:t>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ምስክር</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እንደሆነ</a:t>
            </a:r>
            <a:r>
              <a:rPr lang="en-US" b="1" dirty="0" smtClean="0">
                <a:latin typeface="Power Geez Unicode1" panose="00000400000000000000" pitchFamily="2" charset="0"/>
              </a:rPr>
              <a:t> </a:t>
            </a:r>
            <a:r>
              <a:rPr lang="en-US" b="1" dirty="0" err="1" smtClean="0">
                <a:latin typeface="Power Geez Unicode1" panose="00000400000000000000" pitchFamily="2" charset="0"/>
              </a:rPr>
              <a:t>ይናገራል</a:t>
            </a:r>
            <a:r>
              <a:rPr lang="en-US" b="1" dirty="0" smtClean="0">
                <a:latin typeface="Power Geez Unicode1" panose="00000400000000000000" pitchFamily="2" charset="0"/>
              </a:rPr>
              <a:t>፡፡ </a:t>
            </a:r>
            <a:r>
              <a:rPr lang="en-US" b="1" dirty="0" err="1" smtClean="0">
                <a:latin typeface="Power Geez Unicode1" panose="00000400000000000000" pitchFamily="2" charset="0"/>
              </a:rPr>
              <a:t>በዚህ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ክፍል</a:t>
            </a:r>
            <a:r>
              <a:rPr lang="en-US" b="1" dirty="0" smtClean="0">
                <a:latin typeface="Power Geez Unicode1" panose="00000400000000000000" pitchFamily="2" charset="0"/>
              </a:rPr>
              <a:t> </a:t>
            </a:r>
            <a:r>
              <a:rPr lang="en-US" b="1" dirty="0" err="1" smtClean="0">
                <a:latin typeface="Power Geez Unicode1" panose="00000400000000000000" pitchFamily="2" charset="0"/>
              </a:rPr>
              <a:t>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የተጠቀመው</a:t>
            </a:r>
            <a:r>
              <a:rPr lang="en-US" b="1" dirty="0" smtClean="0">
                <a:latin typeface="Power Geez Unicode1" panose="00000400000000000000" pitchFamily="2" charset="0"/>
              </a:rPr>
              <a:t> </a:t>
            </a:r>
            <a:r>
              <a:rPr lang="en-US" b="1" dirty="0" err="1" smtClean="0">
                <a:latin typeface="Power Geez Unicode1" panose="00000400000000000000" pitchFamily="2" charset="0"/>
              </a:rPr>
              <a:t>የአረብኛ</a:t>
            </a:r>
            <a:r>
              <a:rPr lang="en-US" b="1" dirty="0" smtClean="0">
                <a:latin typeface="Power Geez Unicode1" panose="00000400000000000000" pitchFamily="2" charset="0"/>
              </a:rPr>
              <a:t> </a:t>
            </a:r>
            <a:r>
              <a:rPr lang="en-US" b="1" dirty="0" err="1" smtClean="0">
                <a:latin typeface="Power Geez Unicode1" panose="00000400000000000000" pitchFamily="2" charset="0"/>
              </a:rPr>
              <a:t>ቃል</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ተወፈይታኒ</a:t>
            </a:r>
            <a:r>
              <a:rPr lang="en-US" b="1" dirty="0">
                <a:solidFill>
                  <a:srgbClr val="7030A0"/>
                </a:solidFill>
                <a:latin typeface="Power Geez Unicode1" panose="00000400000000000000" pitchFamily="2" charset="0"/>
              </a:rPr>
              <a:t> </a:t>
            </a:r>
            <a:r>
              <a:rPr lang="en-US" b="1" dirty="0" err="1" smtClean="0">
                <a:latin typeface="Power Geez Unicode1" panose="00000400000000000000" pitchFamily="2" charset="0"/>
              </a:rPr>
              <a:t>የሚል</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ቀደም</a:t>
            </a:r>
            <a:r>
              <a:rPr lang="en-US" b="1" dirty="0" smtClean="0">
                <a:latin typeface="Power Geez Unicode1" panose="00000400000000000000" pitchFamily="2" charset="0"/>
              </a:rPr>
              <a:t> </a:t>
            </a:r>
            <a:r>
              <a:rPr lang="en-US" b="1" dirty="0" err="1" smtClean="0">
                <a:latin typeface="Power Geez Unicode1" panose="00000400000000000000" pitchFamily="2" charset="0"/>
              </a:rPr>
              <a:t>ብለን</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እንደተመለከትነው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የዚህ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ቃል</a:t>
            </a:r>
            <a:r>
              <a:rPr lang="en-US" b="1" dirty="0" smtClean="0">
                <a:latin typeface="Power Geez Unicode1" panose="00000400000000000000" pitchFamily="2" charset="0"/>
              </a:rPr>
              <a:t> </a:t>
            </a:r>
            <a:r>
              <a:rPr lang="en-US" b="1" dirty="0" err="1" smtClean="0">
                <a:latin typeface="Power Geez Unicode1" panose="00000400000000000000" pitchFamily="2" charset="0"/>
              </a:rPr>
              <a:t>ትርጉም</a:t>
            </a:r>
            <a:r>
              <a:rPr lang="en-US" b="1" dirty="0" smtClean="0">
                <a:latin typeface="Power Geez Unicode1" panose="00000400000000000000" pitchFamily="2" charset="0"/>
              </a:rPr>
              <a:t> </a:t>
            </a:r>
            <a:r>
              <a:rPr lang="en-US" b="1" dirty="0" err="1" smtClean="0">
                <a:latin typeface="Power Geez Unicode1" panose="00000400000000000000" pitchFamily="2" charset="0"/>
              </a:rPr>
              <a:t>በሞት</a:t>
            </a:r>
            <a:r>
              <a:rPr lang="en-US" b="1" dirty="0" smtClean="0">
                <a:latin typeface="Power Geez Unicode1" panose="00000400000000000000" pitchFamily="2" charset="0"/>
              </a:rPr>
              <a:t> </a:t>
            </a:r>
            <a:r>
              <a:rPr lang="en-US" b="1" dirty="0" err="1" smtClean="0">
                <a:latin typeface="Power Geez Unicode1" panose="00000400000000000000" pitchFamily="2" charset="0"/>
              </a:rPr>
              <a:t>ወደ</a:t>
            </a:r>
            <a:r>
              <a:rPr lang="en-US" b="1" dirty="0" smtClean="0">
                <a:latin typeface="Power Geez Unicode1" panose="00000400000000000000" pitchFamily="2" charset="0"/>
              </a:rPr>
              <a:t> </a:t>
            </a:r>
            <a:r>
              <a:rPr lang="en-US" b="1" dirty="0" err="1" smtClean="0">
                <a:latin typeface="Power Geez Unicode1" panose="00000400000000000000" pitchFamily="2" charset="0"/>
              </a:rPr>
              <a:t>እግዚአብሄር</a:t>
            </a:r>
            <a:r>
              <a:rPr lang="en-US" b="1" dirty="0" smtClean="0">
                <a:latin typeface="Power Geez Unicode1" panose="00000400000000000000" pitchFamily="2" charset="0"/>
              </a:rPr>
              <a:t> </a:t>
            </a:r>
            <a:r>
              <a:rPr lang="en-US" b="1" dirty="0" err="1" smtClean="0">
                <a:latin typeface="Power Geez Unicode1" panose="00000400000000000000" pitchFamily="2" charset="0"/>
              </a:rPr>
              <a:t>መወሰድን</a:t>
            </a:r>
            <a:r>
              <a:rPr lang="en-US" b="1" dirty="0" smtClean="0">
                <a:latin typeface="Power Geez Unicode1" panose="00000400000000000000" pitchFamily="2" charset="0"/>
              </a:rPr>
              <a:t> </a:t>
            </a:r>
            <a:r>
              <a:rPr lang="en-US" b="1" dirty="0" err="1" smtClean="0">
                <a:latin typeface="Power Geez Unicode1" panose="00000400000000000000" pitchFamily="2" charset="0"/>
              </a:rPr>
              <a:t>ያመለክታል</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የተለያዩ</a:t>
            </a:r>
            <a:r>
              <a:rPr lang="en-US" b="1" dirty="0" smtClean="0">
                <a:latin typeface="Power Geez Unicode1" panose="00000400000000000000" pitchFamily="2" charset="0"/>
              </a:rPr>
              <a:t> </a:t>
            </a:r>
            <a:r>
              <a:rPr lang="en-US" b="1" dirty="0" err="1" smtClean="0">
                <a:latin typeface="Power Geez Unicode1" panose="00000400000000000000" pitchFamily="2" charset="0"/>
              </a:rPr>
              <a:t>የቁርአን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ተር</a:t>
            </a:r>
            <a:r>
              <a:rPr lang="am-ET" b="1" dirty="0" smtClean="0">
                <a:latin typeface="Power Geez Unicode1" panose="00000400000000000000" pitchFamily="2" charset="0"/>
              </a:rPr>
              <a:t>ጓ</a:t>
            </a:r>
            <a:r>
              <a:rPr lang="en-US" b="1" dirty="0" err="1" smtClean="0">
                <a:latin typeface="Power Geez Unicode1" panose="00000400000000000000" pitchFamily="2" charset="0"/>
              </a:rPr>
              <a:t>ሚዎችም</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በተለያየ</a:t>
            </a:r>
            <a:r>
              <a:rPr lang="en-US" b="1" dirty="0" smtClean="0">
                <a:latin typeface="Power Geez Unicode1" panose="00000400000000000000" pitchFamily="2" charset="0"/>
              </a:rPr>
              <a:t> </a:t>
            </a:r>
            <a:r>
              <a:rPr lang="en-US" b="1" dirty="0" err="1" smtClean="0">
                <a:latin typeface="Power Geez Unicode1" panose="00000400000000000000" pitchFamily="2" charset="0"/>
              </a:rPr>
              <a:t>መንገድ</a:t>
            </a:r>
            <a:r>
              <a:rPr lang="en-US" b="1" dirty="0" smtClean="0">
                <a:latin typeface="Power Geez Unicode1" panose="00000400000000000000" pitchFamily="2" charset="0"/>
              </a:rPr>
              <a:t> </a:t>
            </a:r>
            <a:r>
              <a:rPr lang="en-US" b="1" dirty="0" err="1" smtClean="0">
                <a:latin typeface="Power Geez Unicode1" panose="00000400000000000000" pitchFamily="2" charset="0"/>
              </a:rPr>
              <a:t>ተርጉመውታል</a:t>
            </a:r>
            <a:r>
              <a:rPr lang="en-US" b="1" dirty="0" smtClean="0">
                <a:latin typeface="Power Geez Unicode1" panose="00000400000000000000" pitchFamily="2" charset="0"/>
              </a:rPr>
              <a:t>፡፡</a:t>
            </a:r>
          </a:p>
          <a:p>
            <a:pPr marL="0" indent="0">
              <a:buNone/>
            </a:pPr>
            <a:endParaRPr lang="en-US" b="1" dirty="0">
              <a:solidFill>
                <a:srgbClr val="FF0000"/>
              </a:solidFill>
              <a:latin typeface="Power Geez Unicode1" panose="00000400000000000000" pitchFamily="2" charset="0"/>
            </a:endParaRPr>
          </a:p>
        </p:txBody>
      </p:sp>
    </p:spTree>
    <p:extLst>
      <p:ext uri="{BB962C8B-B14F-4D97-AF65-F5344CB8AC3E}">
        <p14:creationId xmlns:p14="http://schemas.microsoft.com/office/powerpoint/2010/main" val="1426953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400800"/>
          </a:xfrm>
        </p:spPr>
        <p:txBody>
          <a:bodyPr>
            <a:normAutofit fontScale="62500" lnSpcReduction="20000"/>
          </a:bodyPr>
          <a:lstStyle/>
          <a:p>
            <a:pPr algn="just">
              <a:lnSpc>
                <a:spcPct val="170000"/>
              </a:lnSpc>
            </a:pPr>
            <a:r>
              <a:rPr lang="en-US" b="1" dirty="0">
                <a:solidFill>
                  <a:srgbClr val="C00000"/>
                </a:solidFill>
                <a:latin typeface="Arial Black" panose="020B0A04020102020204" pitchFamily="34" charset="0"/>
              </a:rPr>
              <a:t>Yusuf Ali</a:t>
            </a:r>
            <a:r>
              <a:rPr lang="en-US" b="1" dirty="0" smtClean="0">
                <a:solidFill>
                  <a:srgbClr val="C00000"/>
                </a:solidFill>
                <a:latin typeface="Arial Black" panose="020B0A04020102020204" pitchFamily="34" charset="0"/>
              </a:rPr>
              <a:t>:</a:t>
            </a:r>
            <a:r>
              <a:rPr lang="en-US" dirty="0" smtClean="0">
                <a:solidFill>
                  <a:srgbClr val="C00000"/>
                </a:solidFill>
                <a:latin typeface="Arial Black" panose="020B0A04020102020204" pitchFamily="34" charset="0"/>
              </a:rPr>
              <a:t> </a:t>
            </a:r>
            <a:r>
              <a:rPr lang="en-US" dirty="0" smtClean="0">
                <a:latin typeface="Arial Black" panose="020B0A04020102020204" pitchFamily="34" charset="0"/>
              </a:rPr>
              <a:t>"</a:t>
            </a:r>
            <a:r>
              <a:rPr lang="en-US" dirty="0">
                <a:latin typeface="Arial Black" panose="020B0A04020102020204" pitchFamily="34" charset="0"/>
              </a:rPr>
              <a:t>I said nothing to them except what Thou didst command me, namely, that ye should worship God, my Lord and your Lord; and I was a witness over them whilst I remained amongst them. </a:t>
            </a:r>
            <a:r>
              <a:rPr lang="en-US" b="1" dirty="0">
                <a:solidFill>
                  <a:srgbClr val="7030A0"/>
                </a:solidFill>
                <a:latin typeface="Arial Black" panose="020B0A04020102020204" pitchFamily="34" charset="0"/>
              </a:rPr>
              <a:t>When Thou didst take me up</a:t>
            </a:r>
            <a:r>
              <a:rPr lang="en-US" b="1" dirty="0" smtClean="0">
                <a:solidFill>
                  <a:srgbClr val="7030A0"/>
                </a:solidFill>
                <a:latin typeface="Arial Black" panose="020B0A04020102020204" pitchFamily="34" charset="0"/>
              </a:rPr>
              <a:t>, [</a:t>
            </a:r>
            <a:r>
              <a:rPr lang="en-US" b="1" dirty="0" err="1" smtClean="0">
                <a:solidFill>
                  <a:srgbClr val="7030A0"/>
                </a:solidFill>
                <a:latin typeface="Arial Black" panose="020B0A04020102020204" pitchFamily="34" charset="0"/>
              </a:rPr>
              <a:t>ወደ</a:t>
            </a:r>
            <a:r>
              <a:rPr lang="en-US" b="1" dirty="0" smtClean="0">
                <a:solidFill>
                  <a:srgbClr val="7030A0"/>
                </a:solidFill>
                <a:latin typeface="Arial Black" panose="020B0A04020102020204" pitchFamily="34" charset="0"/>
              </a:rPr>
              <a:t> </a:t>
            </a:r>
            <a:r>
              <a:rPr lang="en-US" b="1" dirty="0" err="1" smtClean="0">
                <a:solidFill>
                  <a:srgbClr val="7030A0"/>
                </a:solidFill>
                <a:latin typeface="Arial Black" panose="020B0A04020102020204" pitchFamily="34" charset="0"/>
              </a:rPr>
              <a:t>ላይ</a:t>
            </a:r>
            <a:r>
              <a:rPr lang="en-US" b="1" dirty="0" smtClean="0">
                <a:solidFill>
                  <a:srgbClr val="7030A0"/>
                </a:solidFill>
                <a:latin typeface="Arial Black" panose="020B0A04020102020204" pitchFamily="34" charset="0"/>
              </a:rPr>
              <a:t> </a:t>
            </a:r>
            <a:r>
              <a:rPr lang="en-US" b="1" dirty="0" err="1" smtClean="0">
                <a:solidFill>
                  <a:srgbClr val="7030A0"/>
                </a:solidFill>
                <a:latin typeface="Arial Black" panose="020B0A04020102020204" pitchFamily="34" charset="0"/>
              </a:rPr>
              <a:t>ስትወስደኝ</a:t>
            </a:r>
            <a:r>
              <a:rPr lang="en-US" b="1" dirty="0" smtClean="0">
                <a:solidFill>
                  <a:srgbClr val="7030A0"/>
                </a:solidFill>
                <a:latin typeface="Arial Black" panose="020B0A04020102020204" pitchFamily="34" charset="0"/>
              </a:rPr>
              <a:t>]</a:t>
            </a:r>
            <a:r>
              <a:rPr lang="en-US" dirty="0" smtClean="0">
                <a:latin typeface="Arial Black" panose="020B0A04020102020204" pitchFamily="34" charset="0"/>
              </a:rPr>
              <a:t> </a:t>
            </a:r>
            <a:r>
              <a:rPr lang="en-US" dirty="0">
                <a:latin typeface="Arial Black" panose="020B0A04020102020204" pitchFamily="34" charset="0"/>
              </a:rPr>
              <a:t>Thou </a:t>
            </a:r>
            <a:r>
              <a:rPr lang="en-US" dirty="0" err="1">
                <a:latin typeface="Arial Black" panose="020B0A04020102020204" pitchFamily="34" charset="0"/>
              </a:rPr>
              <a:t>wast</a:t>
            </a:r>
            <a:r>
              <a:rPr lang="en-US" dirty="0">
                <a:latin typeface="Arial Black" panose="020B0A04020102020204" pitchFamily="34" charset="0"/>
              </a:rPr>
              <a:t> the Watcher over them, and Thou art a witness to all things." </a:t>
            </a:r>
          </a:p>
          <a:p>
            <a:pPr algn="just">
              <a:lnSpc>
                <a:spcPct val="170000"/>
              </a:lnSpc>
            </a:pPr>
            <a:r>
              <a:rPr lang="en-US" b="1" dirty="0" err="1">
                <a:solidFill>
                  <a:srgbClr val="C00000"/>
                </a:solidFill>
                <a:latin typeface="Arial Black" panose="020B0A04020102020204" pitchFamily="34" charset="0"/>
              </a:rPr>
              <a:t>Shakir</a:t>
            </a:r>
            <a:r>
              <a:rPr lang="en-US" b="1" dirty="0" smtClean="0">
                <a:solidFill>
                  <a:srgbClr val="C00000"/>
                </a:solidFill>
                <a:latin typeface="Arial Black" panose="020B0A04020102020204" pitchFamily="34" charset="0"/>
              </a:rPr>
              <a:t>:</a:t>
            </a:r>
            <a:r>
              <a:rPr lang="en-US" dirty="0" smtClean="0">
                <a:solidFill>
                  <a:srgbClr val="C00000"/>
                </a:solidFill>
                <a:latin typeface="Arial Black" panose="020B0A04020102020204" pitchFamily="34" charset="0"/>
              </a:rPr>
              <a:t> </a:t>
            </a:r>
            <a:r>
              <a:rPr lang="en-US" dirty="0" smtClean="0">
                <a:latin typeface="Arial Black" panose="020B0A04020102020204" pitchFamily="34" charset="0"/>
              </a:rPr>
              <a:t>"</a:t>
            </a:r>
            <a:r>
              <a:rPr lang="en-US" dirty="0">
                <a:latin typeface="Arial Black" panose="020B0A04020102020204" pitchFamily="34" charset="0"/>
              </a:rPr>
              <a:t>I said not to them save what Thou didst command me with, that is: Serve Allah, my Lord and your Lord; and I was a witness of them so long as I was among them, but </a:t>
            </a:r>
            <a:r>
              <a:rPr lang="en-US" b="1" dirty="0">
                <a:solidFill>
                  <a:srgbClr val="7030A0"/>
                </a:solidFill>
                <a:latin typeface="Arial Black" panose="020B0A04020102020204" pitchFamily="34" charset="0"/>
              </a:rPr>
              <a:t>when Thou didst cause me to die, </a:t>
            </a:r>
            <a:r>
              <a:rPr lang="en-US" b="1" dirty="0" smtClean="0">
                <a:solidFill>
                  <a:srgbClr val="7030A0"/>
                </a:solidFill>
                <a:latin typeface="Arial Black" panose="020B0A04020102020204" pitchFamily="34" charset="0"/>
              </a:rPr>
              <a:t>[</a:t>
            </a:r>
            <a:r>
              <a:rPr lang="en-US" b="1" dirty="0" err="1" smtClean="0">
                <a:solidFill>
                  <a:srgbClr val="7030A0"/>
                </a:solidFill>
                <a:latin typeface="Arial Black" panose="020B0A04020102020204" pitchFamily="34" charset="0"/>
              </a:rPr>
              <a:t>እንድሞት</a:t>
            </a:r>
            <a:r>
              <a:rPr lang="en-US" b="1" dirty="0" smtClean="0">
                <a:solidFill>
                  <a:srgbClr val="7030A0"/>
                </a:solidFill>
                <a:latin typeface="Arial Black" panose="020B0A04020102020204" pitchFamily="34" charset="0"/>
              </a:rPr>
              <a:t> </a:t>
            </a:r>
            <a:r>
              <a:rPr lang="en-US" b="1" dirty="0" err="1" smtClean="0">
                <a:solidFill>
                  <a:srgbClr val="7030A0"/>
                </a:solidFill>
                <a:latin typeface="Arial Black" panose="020B0A04020102020204" pitchFamily="34" charset="0"/>
              </a:rPr>
              <a:t>ካደረግከኝ</a:t>
            </a:r>
            <a:r>
              <a:rPr lang="en-US" b="1" dirty="0" smtClean="0">
                <a:solidFill>
                  <a:srgbClr val="7030A0"/>
                </a:solidFill>
                <a:latin typeface="Arial Black" panose="020B0A04020102020204" pitchFamily="34" charset="0"/>
              </a:rPr>
              <a:t> </a:t>
            </a:r>
            <a:r>
              <a:rPr lang="en-US" b="1" dirty="0" err="1" smtClean="0">
                <a:solidFill>
                  <a:srgbClr val="7030A0"/>
                </a:solidFill>
                <a:latin typeface="Arial Black" panose="020B0A04020102020204" pitchFamily="34" charset="0"/>
              </a:rPr>
              <a:t>በኃላ</a:t>
            </a:r>
            <a:r>
              <a:rPr lang="en-US" dirty="0" smtClean="0">
                <a:latin typeface="Arial Black" panose="020B0A04020102020204" pitchFamily="34" charset="0"/>
              </a:rPr>
              <a:t>] Thou </a:t>
            </a:r>
            <a:r>
              <a:rPr lang="en-US" dirty="0" err="1">
                <a:latin typeface="Arial Black" panose="020B0A04020102020204" pitchFamily="34" charset="0"/>
              </a:rPr>
              <a:t>wast</a:t>
            </a:r>
            <a:r>
              <a:rPr lang="en-US" dirty="0">
                <a:latin typeface="Arial Black" panose="020B0A04020102020204" pitchFamily="34" charset="0"/>
              </a:rPr>
              <a:t> the watcher over them, and Thou art witness of all things.</a:t>
            </a:r>
          </a:p>
          <a:p>
            <a:pPr marL="0" indent="0">
              <a:buNone/>
            </a:pPr>
            <a:endParaRPr lang="en-US" dirty="0"/>
          </a:p>
        </p:txBody>
      </p:sp>
    </p:spTree>
    <p:extLst>
      <p:ext uri="{BB962C8B-B14F-4D97-AF65-F5344CB8AC3E}">
        <p14:creationId xmlns:p14="http://schemas.microsoft.com/office/powerpoint/2010/main" val="3084973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381000"/>
            <a:ext cx="8915400" cy="6324600"/>
          </a:xfrm>
        </p:spPr>
        <p:txBody>
          <a:bodyPr/>
          <a:lstStyle/>
          <a:p>
            <a:pPr marL="0" indent="0">
              <a:buNone/>
            </a:pPr>
            <a:r>
              <a:rPr lang="en-US" b="1" dirty="0" smtClean="0">
                <a:solidFill>
                  <a:srgbClr val="FF0000"/>
                </a:solidFill>
                <a:latin typeface="Power Geez Unicode1" panose="00000400000000000000" pitchFamily="2" charset="0"/>
              </a:rPr>
              <a:t>2. </a:t>
            </a:r>
            <a:r>
              <a:rPr lang="en-US" b="1" dirty="0" err="1" smtClean="0">
                <a:solidFill>
                  <a:srgbClr val="FF0000"/>
                </a:solidFill>
                <a:latin typeface="Power Geez Unicode1" panose="00000400000000000000" pitchFamily="2" charset="0"/>
              </a:rPr>
              <a:t>ስለ</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ኢየሱስ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ሞትና</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ትንሳኤ</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የመጽሐፍ</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ቅዱስ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ምስክርነት</a:t>
            </a:r>
            <a:endParaRPr lang="en-US" b="1" dirty="0" smtClean="0">
              <a:solidFill>
                <a:srgbClr val="FF0000"/>
              </a:solidFill>
              <a:latin typeface="Power Geez Unicode1" panose="00000400000000000000" pitchFamily="2" charset="0"/>
            </a:endParaRPr>
          </a:p>
          <a:p>
            <a:pPr marL="0" indent="0">
              <a:lnSpc>
                <a:spcPct val="150000"/>
              </a:lnSpc>
              <a:buNone/>
            </a:pPr>
            <a:r>
              <a:rPr lang="en-US" b="1" dirty="0" smtClean="0">
                <a:solidFill>
                  <a:srgbClr val="00B050"/>
                </a:solidFill>
                <a:latin typeface="Power Geez Unicode1" panose="00000400000000000000" pitchFamily="2" charset="0"/>
              </a:rPr>
              <a:t>ሀ) </a:t>
            </a:r>
            <a:r>
              <a:rPr lang="en-US" b="1" dirty="0" err="1" smtClean="0">
                <a:solidFill>
                  <a:srgbClr val="00B050"/>
                </a:solidFill>
                <a:latin typeface="Power Geez Unicode1" panose="00000400000000000000" pitchFamily="2" charset="0"/>
              </a:rPr>
              <a:t>የብሉይ</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ኪዳን</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ትንቢቶች</a:t>
            </a:r>
            <a:endParaRPr lang="en-US" b="1" dirty="0" smtClean="0">
              <a:solidFill>
                <a:srgbClr val="00B050"/>
              </a:solidFill>
              <a:latin typeface="Power Geez Unicode1" panose="00000400000000000000" pitchFamily="2" charset="0"/>
            </a:endParaRPr>
          </a:p>
          <a:p>
            <a:pPr>
              <a:lnSpc>
                <a:spcPct val="150000"/>
              </a:lnSpc>
              <a:buFont typeface="Wingdings" panose="05000000000000000000" pitchFamily="2" charset="2"/>
              <a:buChar char="v"/>
            </a:pPr>
            <a:r>
              <a:rPr lang="en-US" b="1" dirty="0">
                <a:solidFill>
                  <a:srgbClr val="00B050"/>
                </a:solidFill>
                <a:latin typeface="Power Geez Unicode1" panose="00000400000000000000" pitchFamily="2" charset="0"/>
              </a:rPr>
              <a:t> </a:t>
            </a:r>
            <a:r>
              <a:rPr lang="en-US" b="1" dirty="0" err="1" smtClean="0">
                <a:latin typeface="Power Geez Unicode1" panose="00000400000000000000" pitchFamily="2" charset="0"/>
              </a:rPr>
              <a:t>ኢሳ</a:t>
            </a:r>
            <a:r>
              <a:rPr lang="en-US" b="1" dirty="0" smtClean="0">
                <a:latin typeface="Power Geez Unicode1" panose="00000400000000000000" pitchFamily="2" charset="0"/>
              </a:rPr>
              <a:t> 53:1-12</a:t>
            </a:r>
          </a:p>
          <a:p>
            <a:pPr>
              <a:lnSpc>
                <a:spcPct val="150000"/>
              </a:lnSpc>
              <a:buFont typeface="Wingdings" panose="05000000000000000000" pitchFamily="2" charset="2"/>
              <a:buChar char="v"/>
            </a:pPr>
            <a:r>
              <a:rPr lang="en-US" b="1" dirty="0">
                <a:latin typeface="Power Geez Unicode1" panose="00000400000000000000" pitchFamily="2" charset="0"/>
              </a:rPr>
              <a:t> </a:t>
            </a:r>
            <a:r>
              <a:rPr lang="en-US" b="1" dirty="0" err="1" smtClean="0">
                <a:latin typeface="Power Geez Unicode1" panose="00000400000000000000" pitchFamily="2" charset="0"/>
              </a:rPr>
              <a:t>ዘካ</a:t>
            </a:r>
            <a:r>
              <a:rPr lang="en-US" b="1" dirty="0" smtClean="0">
                <a:latin typeface="Power Geez Unicode1" panose="00000400000000000000" pitchFamily="2" charset="0"/>
              </a:rPr>
              <a:t> 12:10-14</a:t>
            </a:r>
          </a:p>
          <a:p>
            <a:pPr>
              <a:lnSpc>
                <a:spcPct val="150000"/>
              </a:lnSpc>
              <a:buFont typeface="Wingdings" panose="05000000000000000000" pitchFamily="2" charset="2"/>
              <a:buChar char="v"/>
            </a:pPr>
            <a:r>
              <a:rPr lang="en-US" b="1" dirty="0">
                <a:latin typeface="Power Geez Unicode1" panose="00000400000000000000" pitchFamily="2" charset="0"/>
              </a:rPr>
              <a:t> </a:t>
            </a:r>
            <a:r>
              <a:rPr lang="en-US" b="1" dirty="0" err="1" smtClean="0">
                <a:latin typeface="Power Geez Unicode1" panose="00000400000000000000" pitchFamily="2" charset="0"/>
              </a:rPr>
              <a:t>መዝ</a:t>
            </a:r>
            <a:r>
              <a:rPr lang="en-US" b="1" dirty="0" smtClean="0">
                <a:latin typeface="Power Geez Unicode1" panose="00000400000000000000" pitchFamily="2" charset="0"/>
              </a:rPr>
              <a:t> 22:14-18</a:t>
            </a:r>
          </a:p>
          <a:p>
            <a:pPr>
              <a:lnSpc>
                <a:spcPct val="150000"/>
              </a:lnSpc>
              <a:buFont typeface="Wingdings" panose="05000000000000000000" pitchFamily="2" charset="2"/>
              <a:buChar char="v"/>
            </a:pPr>
            <a:r>
              <a:rPr lang="en-US" b="1" dirty="0">
                <a:latin typeface="Power Geez Unicode1" panose="00000400000000000000" pitchFamily="2" charset="0"/>
              </a:rPr>
              <a:t> </a:t>
            </a:r>
            <a:r>
              <a:rPr lang="en-US" b="1" dirty="0" err="1" smtClean="0">
                <a:latin typeface="Power Geez Unicode1" panose="00000400000000000000" pitchFamily="2" charset="0"/>
              </a:rPr>
              <a:t>የነዚህ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ትንቢቶች</a:t>
            </a:r>
            <a:r>
              <a:rPr lang="en-US" b="1" dirty="0" smtClean="0">
                <a:latin typeface="Power Geez Unicode1" panose="00000400000000000000" pitchFamily="2" charset="0"/>
              </a:rPr>
              <a:t> </a:t>
            </a:r>
            <a:r>
              <a:rPr lang="en-US" b="1" dirty="0" err="1" smtClean="0">
                <a:latin typeface="Power Geez Unicode1" panose="00000400000000000000" pitchFamily="2" charset="0"/>
              </a:rPr>
              <a:t>ፍጻሜ</a:t>
            </a:r>
            <a:r>
              <a:rPr lang="en-US" b="1" dirty="0" smtClean="0">
                <a:latin typeface="Power Geez Unicode1" panose="00000400000000000000" pitchFamily="2" charset="0"/>
              </a:rPr>
              <a:t> -</a:t>
            </a:r>
            <a:r>
              <a:rPr lang="en-US" b="1" dirty="0" smtClean="0">
                <a:latin typeface="Power Geez Unicode1" panose="00000400000000000000" pitchFamily="2" charset="0"/>
              </a:rPr>
              <a:t> </a:t>
            </a:r>
            <a:r>
              <a:rPr lang="en-US" b="1" dirty="0" err="1" smtClean="0">
                <a:latin typeface="Power Geez Unicode1" panose="00000400000000000000" pitchFamily="2" charset="0"/>
              </a:rPr>
              <a:t>ዮሐ</a:t>
            </a:r>
            <a:r>
              <a:rPr lang="en-US" b="1" dirty="0" smtClean="0">
                <a:latin typeface="Power Geez Unicode1" panose="00000400000000000000" pitchFamily="2" charset="0"/>
              </a:rPr>
              <a:t> 19: 23-24፣ 34-37.</a:t>
            </a:r>
            <a:endParaRPr lang="en-US" b="1" dirty="0">
              <a:solidFill>
                <a:srgbClr val="00B050"/>
              </a:solidFill>
              <a:latin typeface="Power Geez Unicode1" panose="00000400000000000000" pitchFamily="2" charset="0"/>
            </a:endParaRPr>
          </a:p>
        </p:txBody>
      </p:sp>
    </p:spTree>
    <p:extLst>
      <p:ext uri="{BB962C8B-B14F-4D97-AF65-F5344CB8AC3E}">
        <p14:creationId xmlns:p14="http://schemas.microsoft.com/office/powerpoint/2010/main" val="2844776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457200"/>
            <a:ext cx="8915400" cy="6248400"/>
          </a:xfrm>
        </p:spPr>
        <p:txBody>
          <a:bodyPr/>
          <a:lstStyle/>
          <a:p>
            <a:pPr marL="0" indent="0">
              <a:lnSpc>
                <a:spcPct val="150000"/>
              </a:lnSpc>
              <a:buNone/>
            </a:pPr>
            <a:r>
              <a:rPr lang="en-US" b="1" dirty="0" smtClean="0">
                <a:solidFill>
                  <a:srgbClr val="00B050"/>
                </a:solidFill>
                <a:latin typeface="Power Geez Unicode1" panose="00000400000000000000" pitchFamily="2" charset="0"/>
              </a:rPr>
              <a:t>ለ) </a:t>
            </a:r>
            <a:r>
              <a:rPr lang="en-US" b="1" dirty="0" err="1" smtClean="0">
                <a:solidFill>
                  <a:srgbClr val="00B050"/>
                </a:solidFill>
                <a:latin typeface="Power Geez Unicode1" panose="00000400000000000000" pitchFamily="2" charset="0"/>
              </a:rPr>
              <a:t>የኢየሱስ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ክርስቶስ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ምስክርነት</a:t>
            </a:r>
            <a:endParaRPr lang="en-US" b="1" dirty="0" smtClean="0">
              <a:solidFill>
                <a:srgbClr val="00B050"/>
              </a:solidFill>
              <a:latin typeface="Power Geez Unicode1" panose="00000400000000000000" pitchFamily="2" charset="0"/>
            </a:endParaRPr>
          </a:p>
          <a:p>
            <a:pPr>
              <a:lnSpc>
                <a:spcPct val="150000"/>
              </a:lnSpc>
              <a:buFont typeface="Wingdings" panose="05000000000000000000" pitchFamily="2" charset="2"/>
              <a:buChar char="§"/>
            </a:pPr>
            <a:r>
              <a:rPr lang="en-US" b="1" dirty="0" err="1" smtClean="0">
                <a:latin typeface="Power Geez Unicode1" panose="00000400000000000000" pitchFamily="2" charset="0"/>
              </a:rPr>
              <a:t>ሉቃ</a:t>
            </a:r>
            <a:r>
              <a:rPr lang="en-US" b="1" dirty="0" smtClean="0">
                <a:latin typeface="Power Geez Unicode1" panose="00000400000000000000" pitchFamily="2" charset="0"/>
              </a:rPr>
              <a:t> </a:t>
            </a:r>
            <a:r>
              <a:rPr lang="en-US" b="1" dirty="0" smtClean="0">
                <a:latin typeface="Power Geez Unicode1" panose="00000400000000000000" pitchFamily="2" charset="0"/>
              </a:rPr>
              <a:t>22-24፤ 24:44-48</a:t>
            </a:r>
          </a:p>
          <a:p>
            <a:pPr>
              <a:lnSpc>
                <a:spcPct val="150000"/>
              </a:lnSpc>
              <a:buFont typeface="Wingdings" panose="05000000000000000000" pitchFamily="2" charset="2"/>
              <a:buChar char="§"/>
            </a:pPr>
            <a:r>
              <a:rPr lang="en-US" b="1" dirty="0" err="1" smtClean="0">
                <a:latin typeface="Power Geez Unicode1" panose="00000400000000000000" pitchFamily="2" charset="0"/>
              </a:rPr>
              <a:t>ማቴ</a:t>
            </a:r>
            <a:r>
              <a:rPr lang="en-US" b="1" dirty="0" smtClean="0">
                <a:latin typeface="Power Geez Unicode1" panose="00000400000000000000" pitchFamily="2" charset="0"/>
              </a:rPr>
              <a:t> 26-28፤12:40 </a:t>
            </a:r>
          </a:p>
          <a:p>
            <a:pPr>
              <a:lnSpc>
                <a:spcPct val="150000"/>
              </a:lnSpc>
              <a:buFont typeface="Wingdings" panose="05000000000000000000" pitchFamily="2" charset="2"/>
              <a:buChar char="§"/>
            </a:pPr>
            <a:r>
              <a:rPr lang="en-US" b="1" dirty="0" err="1" smtClean="0">
                <a:latin typeface="Power Geez Unicode1" panose="00000400000000000000" pitchFamily="2" charset="0"/>
              </a:rPr>
              <a:t>ማር</a:t>
            </a:r>
            <a:r>
              <a:rPr lang="en-US" b="1" dirty="0" smtClean="0">
                <a:latin typeface="Power Geez Unicode1" panose="00000400000000000000" pitchFamily="2" charset="0"/>
              </a:rPr>
              <a:t> 14-16፤ 8:31-33, 9:30-32, 10:32-34</a:t>
            </a:r>
          </a:p>
          <a:p>
            <a:pPr>
              <a:lnSpc>
                <a:spcPct val="150000"/>
              </a:lnSpc>
              <a:buFont typeface="Wingdings" panose="05000000000000000000" pitchFamily="2" charset="2"/>
              <a:buChar char="§"/>
            </a:pPr>
            <a:r>
              <a:rPr lang="en-US" b="1" dirty="0" err="1" smtClean="0">
                <a:latin typeface="Power Geez Unicode1" panose="00000400000000000000" pitchFamily="2" charset="0"/>
              </a:rPr>
              <a:t>ዮሐ</a:t>
            </a:r>
            <a:r>
              <a:rPr lang="en-US" b="1" dirty="0" smtClean="0">
                <a:latin typeface="Power Geez Unicode1" panose="00000400000000000000" pitchFamily="2" charset="0"/>
              </a:rPr>
              <a:t> 18-20</a:t>
            </a:r>
          </a:p>
          <a:p>
            <a:pPr marL="0" indent="0">
              <a:buNone/>
            </a:pPr>
            <a:endParaRPr lang="en-US" dirty="0" smtClean="0">
              <a:latin typeface="Arial Black" panose="020B0A04020102020204" pitchFamily="34" charset="0"/>
            </a:endParaRPr>
          </a:p>
          <a:p>
            <a:pPr marL="0" indent="0">
              <a:buNone/>
            </a:pPr>
            <a:endParaRPr lang="en-US" dirty="0"/>
          </a:p>
        </p:txBody>
      </p:sp>
    </p:spTree>
    <p:extLst>
      <p:ext uri="{BB962C8B-B14F-4D97-AF65-F5344CB8AC3E}">
        <p14:creationId xmlns:p14="http://schemas.microsoft.com/office/powerpoint/2010/main" val="1671952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381000"/>
            <a:ext cx="8915400" cy="6400800"/>
          </a:xfrm>
        </p:spPr>
        <p:txBody>
          <a:bodyPr/>
          <a:lstStyle/>
          <a:p>
            <a:pPr marL="0" indent="0">
              <a:buNone/>
            </a:pPr>
            <a:r>
              <a:rPr lang="en-US" b="1" dirty="0" smtClean="0">
                <a:solidFill>
                  <a:srgbClr val="00B050"/>
                </a:solidFill>
                <a:latin typeface="Power Geez Unicode1" panose="00000400000000000000" pitchFamily="2" charset="0"/>
              </a:rPr>
              <a:t>ሐ) </a:t>
            </a:r>
            <a:r>
              <a:rPr lang="en-US" b="1" dirty="0" err="1" smtClean="0">
                <a:solidFill>
                  <a:srgbClr val="00B050"/>
                </a:solidFill>
                <a:latin typeface="Power Geez Unicode1" panose="00000400000000000000" pitchFamily="2" charset="0"/>
              </a:rPr>
              <a:t>የሐዋሪያት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ምስክርነት</a:t>
            </a:r>
            <a:endParaRPr lang="en-US" b="1" dirty="0" smtClean="0">
              <a:solidFill>
                <a:srgbClr val="00B050"/>
              </a:solidFill>
              <a:latin typeface="Power Geez Unicode1" panose="00000400000000000000" pitchFamily="2" charset="0"/>
            </a:endParaRPr>
          </a:p>
          <a:p>
            <a:pPr>
              <a:lnSpc>
                <a:spcPct val="150000"/>
              </a:lnSpc>
              <a:buFont typeface="Wingdings" panose="05000000000000000000" pitchFamily="2" charset="2"/>
              <a:buChar char="§"/>
            </a:pPr>
            <a:r>
              <a:rPr lang="en-US" b="1" dirty="0">
                <a:solidFill>
                  <a:srgbClr val="00B050"/>
                </a:solidFill>
                <a:latin typeface="Power Geez Unicode1" panose="00000400000000000000" pitchFamily="2" charset="0"/>
              </a:rPr>
              <a:t> </a:t>
            </a:r>
            <a:r>
              <a:rPr lang="en-US" b="1" dirty="0" smtClean="0">
                <a:latin typeface="Power Geez Unicode1" panose="00000400000000000000" pitchFamily="2" charset="0"/>
              </a:rPr>
              <a:t>1ኛ </a:t>
            </a:r>
            <a:r>
              <a:rPr lang="en-US" b="1" dirty="0" err="1" smtClean="0">
                <a:latin typeface="Power Geez Unicode1" panose="00000400000000000000" pitchFamily="2" charset="0"/>
              </a:rPr>
              <a:t>ቆሮ</a:t>
            </a:r>
            <a:r>
              <a:rPr lang="en-US" b="1" dirty="0" smtClean="0">
                <a:latin typeface="Power Geez Unicode1" panose="00000400000000000000" pitchFamily="2" charset="0"/>
              </a:rPr>
              <a:t> 15፡3</a:t>
            </a:r>
          </a:p>
          <a:p>
            <a:pPr>
              <a:lnSpc>
                <a:spcPct val="15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ሐዋ</a:t>
            </a:r>
            <a:r>
              <a:rPr lang="en-US" b="1" dirty="0" smtClean="0">
                <a:latin typeface="Power Geez Unicode1" panose="00000400000000000000" pitchFamily="2" charset="0"/>
              </a:rPr>
              <a:t> 5፡30</a:t>
            </a:r>
          </a:p>
          <a:p>
            <a:pPr>
              <a:lnSpc>
                <a:spcPct val="150000"/>
              </a:lnSpc>
              <a:buFont typeface="Wingdings" panose="05000000000000000000" pitchFamily="2" charset="2"/>
              <a:buChar char="§"/>
            </a:pPr>
            <a:r>
              <a:rPr lang="en-US" b="1" dirty="0" smtClean="0">
                <a:latin typeface="Power Geez Unicode1" panose="00000400000000000000" pitchFamily="2" charset="0"/>
              </a:rPr>
              <a:t> </a:t>
            </a:r>
            <a:r>
              <a:rPr lang="en-US" b="1" dirty="0" err="1" smtClean="0">
                <a:latin typeface="Power Geez Unicode1" panose="00000400000000000000" pitchFamily="2" charset="0"/>
              </a:rPr>
              <a:t>ሮሜ</a:t>
            </a:r>
            <a:r>
              <a:rPr lang="en-US" b="1" dirty="0" smtClean="0">
                <a:latin typeface="Power Geez Unicode1" panose="00000400000000000000" pitchFamily="2" charset="0"/>
              </a:rPr>
              <a:t> 5፡6፣ 8-10</a:t>
            </a:r>
          </a:p>
          <a:p>
            <a:pPr>
              <a:lnSpc>
                <a:spcPct val="150000"/>
              </a:lnSpc>
              <a:buFont typeface="Wingdings" panose="05000000000000000000" pitchFamily="2" charset="2"/>
              <a:buChar char="§"/>
            </a:pPr>
            <a:r>
              <a:rPr lang="en-US" b="1" dirty="0" smtClean="0">
                <a:latin typeface="Power Geez Unicode1" panose="00000400000000000000" pitchFamily="2" charset="0"/>
              </a:rPr>
              <a:t> </a:t>
            </a:r>
            <a:r>
              <a:rPr lang="en-US" b="1" dirty="0" err="1" smtClean="0">
                <a:latin typeface="Power Geez Unicode1" panose="00000400000000000000" pitchFamily="2" charset="0"/>
              </a:rPr>
              <a:t>ዕብ</a:t>
            </a:r>
            <a:r>
              <a:rPr lang="en-US" b="1" dirty="0" smtClean="0">
                <a:latin typeface="Power Geez Unicode1" panose="00000400000000000000" pitchFamily="2" charset="0"/>
              </a:rPr>
              <a:t> 13፡12</a:t>
            </a:r>
          </a:p>
          <a:p>
            <a:pPr>
              <a:lnSpc>
                <a:spcPct val="150000"/>
              </a:lnSpc>
              <a:buFont typeface="Wingdings" panose="05000000000000000000" pitchFamily="2" charset="2"/>
              <a:buChar char="§"/>
            </a:pPr>
            <a:r>
              <a:rPr lang="en-US" b="1" dirty="0">
                <a:latin typeface="Power Geez Unicode1" panose="00000400000000000000" pitchFamily="2" charset="0"/>
              </a:rPr>
              <a:t> </a:t>
            </a:r>
            <a:r>
              <a:rPr lang="en-US" b="1" dirty="0" smtClean="0">
                <a:latin typeface="Power Geez Unicode1" panose="00000400000000000000" pitchFamily="2" charset="0"/>
              </a:rPr>
              <a:t>1ኛ </a:t>
            </a:r>
            <a:r>
              <a:rPr lang="en-US" b="1" dirty="0" err="1" smtClean="0">
                <a:latin typeface="Power Geez Unicode1" panose="00000400000000000000" pitchFamily="2" charset="0"/>
              </a:rPr>
              <a:t>ቆሮ</a:t>
            </a:r>
            <a:r>
              <a:rPr lang="en-US" b="1" dirty="0" smtClean="0">
                <a:latin typeface="Power Geez Unicode1" panose="00000400000000000000" pitchFamily="2" charset="0"/>
              </a:rPr>
              <a:t> 11፡24-26</a:t>
            </a:r>
          </a:p>
          <a:p>
            <a:pPr>
              <a:lnSpc>
                <a:spcPct val="150000"/>
              </a:lnSpc>
              <a:buFont typeface="Wingdings" panose="05000000000000000000" pitchFamily="2" charset="2"/>
              <a:buChar char="§"/>
            </a:pPr>
            <a:r>
              <a:rPr lang="en-US" b="1" dirty="0" smtClean="0">
                <a:latin typeface="Power Geez Unicode1" panose="00000400000000000000" pitchFamily="2" charset="0"/>
              </a:rPr>
              <a:t>1ኛ </a:t>
            </a:r>
            <a:r>
              <a:rPr lang="en-US" b="1" dirty="0" err="1" smtClean="0">
                <a:latin typeface="Power Geez Unicode1" panose="00000400000000000000" pitchFamily="2" charset="0"/>
              </a:rPr>
              <a:t>ተሰ</a:t>
            </a:r>
            <a:r>
              <a:rPr lang="en-US" b="1" dirty="0" smtClean="0">
                <a:latin typeface="Power Geez Unicode1" panose="00000400000000000000" pitchFamily="2" charset="0"/>
              </a:rPr>
              <a:t> 4፡14</a:t>
            </a:r>
          </a:p>
          <a:p>
            <a:pPr>
              <a:buFont typeface="Wingdings" panose="05000000000000000000" pitchFamily="2" charset="2"/>
              <a:buChar char="§"/>
            </a:pPr>
            <a:endParaRPr lang="en-US" b="1" dirty="0" smtClean="0">
              <a:solidFill>
                <a:srgbClr val="00B050"/>
              </a:solidFill>
              <a:latin typeface="Power Geez Unicode1" panose="00000400000000000000" pitchFamily="2" charset="0"/>
            </a:endParaRPr>
          </a:p>
          <a:p>
            <a:pPr>
              <a:buFont typeface="Wingdings" panose="05000000000000000000" pitchFamily="2" charset="2"/>
              <a:buChar char="§"/>
            </a:pPr>
            <a:endParaRPr lang="en-US" b="1" dirty="0">
              <a:solidFill>
                <a:srgbClr val="00B050"/>
              </a:solidFill>
              <a:latin typeface="Power Geez Unicode1" panose="00000400000000000000" pitchFamily="2" charset="0"/>
            </a:endParaRPr>
          </a:p>
        </p:txBody>
      </p:sp>
    </p:spTree>
    <p:extLst>
      <p:ext uri="{BB962C8B-B14F-4D97-AF65-F5344CB8AC3E}">
        <p14:creationId xmlns:p14="http://schemas.microsoft.com/office/powerpoint/2010/main" val="33202346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TotalTime>
  <Words>1310</Words>
  <Application>Microsoft Office PowerPoint</Application>
  <PresentationFormat>On-screen Show (4:3)</PresentationFormat>
  <Paragraphs>57</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የኢየሱስ ክርስቶስ ሞትና ትንሳኤ በቁርአንና በመጽሐፍ ቅዱስ</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የኢየሱስ ክርስቶስ ሞትና ትንሳኤ በቁርአንና በመጽሐፍ ቅዱስ</dc:title>
  <dc:creator>Windows User</dc:creator>
  <cp:lastModifiedBy>Windows User</cp:lastModifiedBy>
  <cp:revision>31</cp:revision>
  <dcterms:created xsi:type="dcterms:W3CDTF">2025-07-28T03:56:36Z</dcterms:created>
  <dcterms:modified xsi:type="dcterms:W3CDTF">2025-07-28T10:51:15Z</dcterms:modified>
</cp:coreProperties>
</file>