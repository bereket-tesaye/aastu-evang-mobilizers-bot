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87" d="100"/>
          <a:sy n="87" d="100"/>
        </p:scale>
        <p:origin x="42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Tesfaye Robele" userId="95ee96a365509d4a" providerId="LiveId" clId="{D439CBBB-71EB-474D-B417-2234E55673C0}"/>
    <pc:docChg chg="undo custSel delSld modSld">
      <pc:chgData name="Dr. Tesfaye Robele" userId="95ee96a365509d4a" providerId="LiveId" clId="{D439CBBB-71EB-474D-B417-2234E55673C0}" dt="2025-12-06T01:06:53.392" v="191" actId="47"/>
      <pc:docMkLst>
        <pc:docMk/>
      </pc:docMkLst>
      <pc:sldChg chg="addSp delSp modSp mod">
        <pc:chgData name="Dr. Tesfaye Robele" userId="95ee96a365509d4a" providerId="LiveId" clId="{D439CBBB-71EB-474D-B417-2234E55673C0}" dt="2025-12-06T00:23:33.846" v="32" actId="20577"/>
        <pc:sldMkLst>
          <pc:docMk/>
          <pc:sldMk cId="3350316345" sldId="260"/>
        </pc:sldMkLst>
        <pc:spChg chg="mod">
          <ac:chgData name="Dr. Tesfaye Robele" userId="95ee96a365509d4a" providerId="LiveId" clId="{D439CBBB-71EB-474D-B417-2234E55673C0}" dt="2025-12-06T00:23:33.846" v="32" actId="20577"/>
          <ac:spMkLst>
            <pc:docMk/>
            <pc:sldMk cId="3350316345" sldId="260"/>
            <ac:spMk id="3" creationId="{A4A43035-73FB-291F-D48E-88A91031F844}"/>
          </ac:spMkLst>
        </pc:spChg>
        <pc:spChg chg="add del mod">
          <ac:chgData name="Dr. Tesfaye Robele" userId="95ee96a365509d4a" providerId="LiveId" clId="{D439CBBB-71EB-474D-B417-2234E55673C0}" dt="2025-12-06T00:22:15.789" v="19" actId="478"/>
          <ac:spMkLst>
            <pc:docMk/>
            <pc:sldMk cId="3350316345" sldId="260"/>
            <ac:spMk id="5" creationId="{9864B82C-A029-51C8-BA74-801526D7EDF4}"/>
          </ac:spMkLst>
        </pc:spChg>
      </pc:sldChg>
      <pc:sldChg chg="addSp modSp mod">
        <pc:chgData name="Dr. Tesfaye Robele" userId="95ee96a365509d4a" providerId="LiveId" clId="{D439CBBB-71EB-474D-B417-2234E55673C0}" dt="2025-12-06T00:25:12.131" v="40" actId="20577"/>
        <pc:sldMkLst>
          <pc:docMk/>
          <pc:sldMk cId="3667638687" sldId="261"/>
        </pc:sldMkLst>
        <pc:spChg chg="add mod">
          <ac:chgData name="Dr. Tesfaye Robele" userId="95ee96a365509d4a" providerId="LiveId" clId="{D439CBBB-71EB-474D-B417-2234E55673C0}" dt="2025-12-06T00:25:12.131" v="40" actId="20577"/>
          <ac:spMkLst>
            <pc:docMk/>
            <pc:sldMk cId="3667638687" sldId="261"/>
            <ac:spMk id="3" creationId="{EF64A9C3-2741-FBD0-6B3C-F5C6DDE48CB8}"/>
          </ac:spMkLst>
        </pc:spChg>
      </pc:sldChg>
      <pc:sldChg chg="addSp modSp mod">
        <pc:chgData name="Dr. Tesfaye Robele" userId="95ee96a365509d4a" providerId="LiveId" clId="{D439CBBB-71EB-474D-B417-2234E55673C0}" dt="2025-12-06T00:47:12.050" v="49" actId="948"/>
        <pc:sldMkLst>
          <pc:docMk/>
          <pc:sldMk cId="1661962115" sldId="262"/>
        </pc:sldMkLst>
        <pc:spChg chg="add mod">
          <ac:chgData name="Dr. Tesfaye Robele" userId="95ee96a365509d4a" providerId="LiveId" clId="{D439CBBB-71EB-474D-B417-2234E55673C0}" dt="2025-12-06T00:47:12.050" v="49" actId="948"/>
          <ac:spMkLst>
            <pc:docMk/>
            <pc:sldMk cId="1661962115" sldId="262"/>
            <ac:spMk id="3" creationId="{F266906D-6E10-E2EB-274B-01C28AEB4358}"/>
          </ac:spMkLst>
        </pc:spChg>
      </pc:sldChg>
      <pc:sldChg chg="addSp modSp mod">
        <pc:chgData name="Dr. Tesfaye Robele" userId="95ee96a365509d4a" providerId="LiveId" clId="{D439CBBB-71EB-474D-B417-2234E55673C0}" dt="2025-12-06T01:01:31.674" v="147" actId="5793"/>
        <pc:sldMkLst>
          <pc:docMk/>
          <pc:sldMk cId="322590137" sldId="263"/>
        </pc:sldMkLst>
        <pc:spChg chg="add mod">
          <ac:chgData name="Dr. Tesfaye Robele" userId="95ee96a365509d4a" providerId="LiveId" clId="{D439CBBB-71EB-474D-B417-2234E55673C0}" dt="2025-12-06T01:01:31.674" v="147" actId="5793"/>
          <ac:spMkLst>
            <pc:docMk/>
            <pc:sldMk cId="322590137" sldId="263"/>
            <ac:spMk id="3" creationId="{54938698-5FD8-E173-5AEA-FEF5BCB37DAE}"/>
          </ac:spMkLst>
        </pc:spChg>
      </pc:sldChg>
      <pc:sldChg chg="addSp modSp mod">
        <pc:chgData name="Dr. Tesfaye Robele" userId="95ee96a365509d4a" providerId="LiveId" clId="{D439CBBB-71EB-474D-B417-2234E55673C0}" dt="2025-12-06T01:00:27.334" v="140" actId="14100"/>
        <pc:sldMkLst>
          <pc:docMk/>
          <pc:sldMk cId="835823297" sldId="264"/>
        </pc:sldMkLst>
        <pc:spChg chg="add mod">
          <ac:chgData name="Dr. Tesfaye Robele" userId="95ee96a365509d4a" providerId="LiveId" clId="{D439CBBB-71EB-474D-B417-2234E55673C0}" dt="2025-12-06T01:00:27.334" v="140" actId="14100"/>
          <ac:spMkLst>
            <pc:docMk/>
            <pc:sldMk cId="835823297" sldId="264"/>
            <ac:spMk id="3" creationId="{6400FA05-36D9-EEB4-7191-2949EF93E080}"/>
          </ac:spMkLst>
        </pc:spChg>
      </pc:sldChg>
      <pc:sldChg chg="addSp modSp mod">
        <pc:chgData name="Dr. Tesfaye Robele" userId="95ee96a365509d4a" providerId="LiveId" clId="{D439CBBB-71EB-474D-B417-2234E55673C0}" dt="2025-12-06T01:02:23.894" v="164" actId="14100"/>
        <pc:sldMkLst>
          <pc:docMk/>
          <pc:sldMk cId="1863099697" sldId="265"/>
        </pc:sldMkLst>
        <pc:spChg chg="add mod">
          <ac:chgData name="Dr. Tesfaye Robele" userId="95ee96a365509d4a" providerId="LiveId" clId="{D439CBBB-71EB-474D-B417-2234E55673C0}" dt="2025-12-06T01:02:23.894" v="164" actId="14100"/>
          <ac:spMkLst>
            <pc:docMk/>
            <pc:sldMk cId="1863099697" sldId="265"/>
            <ac:spMk id="3" creationId="{E1731EDC-7155-64F4-5957-059166ECFCBC}"/>
          </ac:spMkLst>
        </pc:spChg>
      </pc:sldChg>
      <pc:sldChg chg="addSp modSp mod">
        <pc:chgData name="Dr. Tesfaye Robele" userId="95ee96a365509d4a" providerId="LiveId" clId="{D439CBBB-71EB-474D-B417-2234E55673C0}" dt="2025-12-06T01:06:20.773" v="185" actId="14100"/>
        <pc:sldMkLst>
          <pc:docMk/>
          <pc:sldMk cId="2255056422" sldId="266"/>
        </pc:sldMkLst>
        <pc:spChg chg="add mod">
          <ac:chgData name="Dr. Tesfaye Robele" userId="95ee96a365509d4a" providerId="LiveId" clId="{D439CBBB-71EB-474D-B417-2234E55673C0}" dt="2025-12-06T01:06:20.773" v="185" actId="14100"/>
          <ac:spMkLst>
            <pc:docMk/>
            <pc:sldMk cId="2255056422" sldId="266"/>
            <ac:spMk id="3" creationId="{29F543AD-F416-CED1-E5A2-626EFEC040C4}"/>
          </ac:spMkLst>
        </pc:spChg>
      </pc:sldChg>
      <pc:sldChg chg="del">
        <pc:chgData name="Dr. Tesfaye Robele" userId="95ee96a365509d4a" providerId="LiveId" clId="{D439CBBB-71EB-474D-B417-2234E55673C0}" dt="2025-12-06T01:06:46.251" v="186" actId="47"/>
        <pc:sldMkLst>
          <pc:docMk/>
          <pc:sldMk cId="3878424374" sldId="267"/>
        </pc:sldMkLst>
      </pc:sldChg>
      <pc:sldChg chg="del">
        <pc:chgData name="Dr. Tesfaye Robele" userId="95ee96a365509d4a" providerId="LiveId" clId="{D439CBBB-71EB-474D-B417-2234E55673C0}" dt="2025-12-06T01:06:48.752" v="187" actId="47"/>
        <pc:sldMkLst>
          <pc:docMk/>
          <pc:sldMk cId="3967956806" sldId="268"/>
        </pc:sldMkLst>
      </pc:sldChg>
      <pc:sldChg chg="del">
        <pc:chgData name="Dr. Tesfaye Robele" userId="95ee96a365509d4a" providerId="LiveId" clId="{D439CBBB-71EB-474D-B417-2234E55673C0}" dt="2025-12-06T01:06:50.025" v="188" actId="47"/>
        <pc:sldMkLst>
          <pc:docMk/>
          <pc:sldMk cId="708455882" sldId="269"/>
        </pc:sldMkLst>
      </pc:sldChg>
      <pc:sldChg chg="del">
        <pc:chgData name="Dr. Tesfaye Robele" userId="95ee96a365509d4a" providerId="LiveId" clId="{D439CBBB-71EB-474D-B417-2234E55673C0}" dt="2025-12-06T01:06:50.999" v="189" actId="47"/>
        <pc:sldMkLst>
          <pc:docMk/>
          <pc:sldMk cId="1598935891" sldId="270"/>
        </pc:sldMkLst>
      </pc:sldChg>
      <pc:sldChg chg="del">
        <pc:chgData name="Dr. Tesfaye Robele" userId="95ee96a365509d4a" providerId="LiveId" clId="{D439CBBB-71EB-474D-B417-2234E55673C0}" dt="2025-12-06T01:06:52.516" v="190" actId="47"/>
        <pc:sldMkLst>
          <pc:docMk/>
          <pc:sldMk cId="1362954272" sldId="271"/>
        </pc:sldMkLst>
      </pc:sldChg>
      <pc:sldChg chg="del">
        <pc:chgData name="Dr. Tesfaye Robele" userId="95ee96a365509d4a" providerId="LiveId" clId="{D439CBBB-71EB-474D-B417-2234E55673C0}" dt="2025-12-06T01:06:53.392" v="191" actId="47"/>
        <pc:sldMkLst>
          <pc:docMk/>
          <pc:sldMk cId="3890310926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630B-0749-F68F-7B1D-39B7EAF65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B7BEE-9100-05F6-373B-275FB83DB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0A236-504F-0E38-BF84-3B0E5345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AA3A7-63D5-4E29-714D-CA296603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FC7FD-4069-3E50-9592-3A0B6312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2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C7B0-C1BF-A1BA-8B90-224068AB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9BBA4-B41B-9F68-43F3-5CF783F00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9E0A-D3A6-C08D-E964-B9355BFF3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1CA8C-8C6C-5771-E00F-336AC5AC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A3D98-C15A-B091-BD5E-0656F4EC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8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7BF9-9D38-9978-0543-A03C449A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FD256-9322-2060-78B0-57AFCBB9B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C43BB-17D4-4251-9775-E603D0B4A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A42F7-D364-2D3D-C93D-EE7721D1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1A68D-24CF-DAAF-3E86-FCCF175E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4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3241-2F81-CBBB-079A-7D271EA1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9B820-E0C9-37F8-DAEA-608E3D36F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0CD72-EF8A-06EB-9A56-AFD25E723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20306-E499-D16D-5C28-C07B2C4A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52AD9-C2BD-F655-41D6-C6882D84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3209B-9AEB-EEB8-8702-7B19392D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6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70E4-D511-DC14-2D5D-6BD35555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95158-E7C3-EAE2-5E27-D21D0A1F9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088DA-6B73-EFB8-4C6D-DCC36004A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9387F-51C9-9C11-51AB-9FE7BFC17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B5323-C0FC-E3BC-E7B9-115A99CF3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FD5D6-4243-1789-0FCF-6B8B420A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6FD48-6818-580B-F553-901574FF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D4D73A-09FB-BD84-5E60-BEFF2AB7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1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B022-19B8-D783-2FA0-BD1AB834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6A473-5DAA-811E-8310-861D13EB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18B71-DC8D-CC42-5163-506EE544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E668C-87AD-CAAB-3A7B-CA703C24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4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7EB00-A8E7-B1FA-3348-ADF7D5BB7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17323-ACD5-EE41-4748-ED96F6F4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6621C-9DF9-7055-8DAD-5AB9A749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6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BD24-4F54-2E4C-69FF-33FA351A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AD797-70B0-D106-B76F-1050C5B63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70440-A996-2F50-1EC1-B516B1E17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6B6CA-8420-C4A7-2A86-6161C117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E9026-1D65-E9F7-33CF-719DC123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534EF-7E72-AF53-5DE9-126ED37A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9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F735-B4DE-F881-98DD-59EFBBD5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AE04E2-781D-602C-0B9E-D8928E23B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96A75-D97C-BA6D-73D5-7D00E5EDB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E4915-D972-0A2F-21F7-35926606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641F2-9B82-D4AE-A1F7-7EAAC38E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A06E5-9845-438B-4004-523DF4CC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D68E-41EE-A383-9549-68850E12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A51ED-4419-F3D3-46ED-1B3D43275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7669C-F483-500D-A53F-43EE2608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FD36A-A07E-53EC-2179-00BDD97D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56AE4-82E4-BAF9-3B1D-AA91A489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6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B9C75-6673-D63C-1059-9F60B81AF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70A51-8A93-B7F6-96F8-1E739B3F8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15F25-B49C-DA84-9DC3-6B4673E3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4041B-D362-C5AD-FFBF-D4549442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4330-C0CD-E4DE-1E42-9AB2C3EF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8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3795C-8E01-9798-149E-5E225648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1931F-01AD-1061-918C-5A29C8CAD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4A429-A598-CDC9-CEAD-480B271C8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067CB-3A5A-48A5-BEFF-E6AE8016532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ABB62-27D7-172F-45F9-78C086AAD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B5C72-B101-6855-EF4B-4A238917C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0FB36-C2DF-4FAE-8F19-71E58731A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9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A9D9EE-2E57-F2F1-E586-5C241E9B3B47}"/>
              </a:ext>
            </a:extLst>
          </p:cNvPr>
          <p:cNvSpPr txBox="1"/>
          <p:nvPr/>
        </p:nvSpPr>
        <p:spPr>
          <a:xfrm>
            <a:off x="0" y="1607509"/>
            <a:ext cx="12192000" cy="83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buNone/>
            </a:pP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የውሃ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ጥም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ቀት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</a:t>
            </a:r>
            <a:r>
              <a:rPr lang="en-GB" sz="360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ካ</a:t>
            </a:r>
            <a:r>
              <a:rPr lang="en-GB" sz="360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ሄ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አለበትን</a:t>
            </a:r>
            <a:r>
              <a:rPr lang="en-GB" sz="3600" b="1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60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DC5E8-8B77-EFB0-F02E-47E3CACA29D7}"/>
              </a:ext>
            </a:extLst>
          </p:cNvPr>
          <p:cNvSpPr txBox="1"/>
          <p:nvPr/>
        </p:nvSpPr>
        <p:spPr>
          <a:xfrm>
            <a:off x="3048610" y="3026707"/>
            <a:ext cx="6097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ከትካችና</a:t>
            </a:r>
            <a:r>
              <a:rPr lang="en-GB" sz="320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ተቃራኒ</a:t>
            </a:r>
            <a:r>
              <a:rPr lang="en-GB" sz="320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ዐጸፋ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385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98B83B-ADF9-F865-DF47-2923CD7F6697}"/>
              </a:ext>
            </a:extLst>
          </p:cNvPr>
          <p:cNvSpPr txBox="1"/>
          <p:nvPr/>
        </p:nvSpPr>
        <p:spPr>
          <a:xfrm>
            <a:off x="1" y="132480"/>
            <a:ext cx="12166396" cy="3534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የኢየሱስ</a:t>
            </a:r>
            <a:r>
              <a:rPr lang="en-US" sz="32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32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ጥምቀት</a:t>
            </a:r>
            <a:r>
              <a:rPr lang="en-US" sz="32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ታሳብያን</a:t>
            </a:r>
            <a:r>
              <a:rPr lang="en-US" sz="32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መሠረቶች</a:t>
            </a:r>
            <a:r>
              <a:rPr lang="en-US" sz="32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indent="457200" algn="just">
              <a:lnSpc>
                <a:spcPct val="150000"/>
              </a:lnSpc>
              <a:buNone/>
            </a:pPr>
            <a:endParaRPr lang="en-US" sz="2400" dirty="0"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ሃይማኖታዊ</a:t>
            </a:r>
            <a:r>
              <a:rPr lang="en-US" sz="24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ድርጅቱ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አጥምቁ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የሚልበት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የራሱ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የሆኑ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በርካታ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ምክንያቶች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አሉት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እነዚህን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ምክንያቶች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በውል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መረዳት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የክርክሩን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ጭብጥ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አጥርቶ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ለመመልከት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ትልቅ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ድርሻ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ከእነዚህ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ምክንያቶች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ቀዳማይ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ሰበቦች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ምክንያትና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ሙግት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የሚባሉቱ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ናቸው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:—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19B72-EAC4-6216-5C44-A628736BE82E}"/>
              </a:ext>
            </a:extLst>
          </p:cNvPr>
          <p:cNvSpPr txBox="1"/>
          <p:nvPr/>
        </p:nvSpPr>
        <p:spPr>
          <a:xfrm>
            <a:off x="570586" y="3777446"/>
            <a:ext cx="11595811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፩.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ከመንፈስ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መውረድ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በኋላ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ደቀ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መዛሙርቱ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የኢየሱስ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መሆኑን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በማወቃቸው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ከበዓለ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ኀምሳ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በኋላ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ደቀ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መዛሙርት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ያጠመቁት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ንግግር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በግልጽ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የምንታዘበው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ሐቅ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የጥምቀት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ድርጅቱ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በወልድና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በመንፈስ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በሚያስተምረው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የተቃኘ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መሆኑን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የጥምቀት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ራሱን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ችሎ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የቈመ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ድርጅቱ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እግዚአብሔር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ያለውን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አቋም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ያደረገ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dirty="0">
              <a:effectLst/>
            </a:endParaRPr>
          </a:p>
          <a:p>
            <a:pPr marL="171450" marR="0" indent="-171450" algn="just">
              <a:lnSpc>
                <a:spcPts val="1500"/>
              </a:lnSpc>
              <a:buNone/>
            </a:pPr>
            <a:r>
              <a:rPr lang="en-US" sz="1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21272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AF4CFC-13BE-AF15-D033-6CB19B14EAB8}"/>
              </a:ext>
            </a:extLst>
          </p:cNvPr>
          <p:cNvSpPr txBox="1"/>
          <p:nvPr/>
        </p:nvSpPr>
        <p:spPr>
          <a:xfrm>
            <a:off x="25603" y="0"/>
            <a:ext cx="12166397" cy="3793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buNone/>
            </a:pPr>
            <a:r>
              <a:rPr lang="en-US" sz="3200" b="1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፪.</a:t>
            </a:r>
            <a:r>
              <a:rPr lang="en-US" sz="2400" b="1" dirty="0">
                <a:effectLst/>
                <a:latin typeface="Ethiopic Ab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ገድለ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ተክሌ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ዘሀገረ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ጮማ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እምኒና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የሃይማኖት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ድርጅታቸው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ማቴዎስ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28÷19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“‘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በወልድና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በመንፈስ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የጥምቀት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በተጸውዖ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የመጠሪያ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የቀረበ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በማዕረግ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የተዘረዘረ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በመሆኑ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በጥምቀት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ማገልገል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አይችልም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አቋም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እንዲሁም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በክፍሉ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የነጠላ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ቍጥርን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የብዙ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ቍጥርን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አለማሳየቱ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የማዕረግ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የኢየሱስን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አመልካች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ጠንካራ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አቋም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  </a:t>
            </a:r>
          </a:p>
          <a:p>
            <a:pPr marL="171450" marR="0" indent="-171450" algn="just">
              <a:lnSpc>
                <a:spcPts val="1500"/>
              </a:lnSpc>
              <a:buNone/>
            </a:pPr>
            <a:r>
              <a:rPr lang="en-GB" sz="1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CFC75-0BE8-E883-E03B-905CF99F482D}"/>
              </a:ext>
            </a:extLst>
          </p:cNvPr>
          <p:cNvSpPr txBox="1"/>
          <p:nvPr/>
        </p:nvSpPr>
        <p:spPr>
          <a:xfrm>
            <a:off x="0" y="3488535"/>
            <a:ext cx="12192000" cy="3162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buNone/>
            </a:pPr>
            <a:r>
              <a:rPr lang="en-US" sz="3200" b="1" dirty="0">
                <a:latin typeface="Ethiopic Sadiss Light" pitchFamily="2" charset="0"/>
                <a:cs typeface="Times New Roman" panose="02020603050405020304" pitchFamily="18" charset="0"/>
              </a:rPr>
              <a:t>፫.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በሥጋ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ከመገለጡ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ከድንግል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ማርያም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ከመወለዱ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በፊት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ሊያድንበት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ዐቅዶ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በሰማያት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ሰውሮ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ያስቀመጠው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የመለኮት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ስለሆነ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መጠመቅ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አለባቸው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0" marR="0" algn="just">
              <a:lnSpc>
                <a:spcPct val="150000"/>
              </a:lnSpc>
              <a:buNone/>
            </a:pPr>
            <a:r>
              <a:rPr lang="en-US" sz="3200" b="1" dirty="0">
                <a:latin typeface="Ethiopic Sadiss Light" pitchFamily="2" charset="0"/>
                <a:cs typeface="Times New Roman" panose="02020603050405020304" pitchFamily="18" charset="0"/>
              </a:rPr>
              <a:t>፬.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በወልድና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በመንፈስ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ማቴዎስ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፥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ሲጠመቁ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የምናይበት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አንዳችም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የመጽሐፍ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ክፍል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</a:p>
        </p:txBody>
      </p:sp>
    </p:spTree>
    <p:extLst>
      <p:ext uri="{BB962C8B-B14F-4D97-AF65-F5344CB8AC3E}">
        <p14:creationId xmlns:p14="http://schemas.microsoft.com/office/powerpoint/2010/main" val="428559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A43035-73FB-291F-D48E-88A91031F844}"/>
              </a:ext>
            </a:extLst>
          </p:cNvPr>
          <p:cNvSpPr txBox="1"/>
          <p:nvPr/>
        </p:nvSpPr>
        <p:spPr>
          <a:xfrm>
            <a:off x="0" y="156052"/>
            <a:ext cx="12192000" cy="625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buNone/>
            </a:pPr>
            <a:r>
              <a:rPr lang="en-US" sz="32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ከትካች</a:t>
            </a:r>
            <a:r>
              <a:rPr lang="en-US" sz="32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አጸፋ</a:t>
            </a:r>
            <a:r>
              <a:rPr lang="en-US" sz="32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marR="0" algn="ctr">
              <a:lnSpc>
                <a:spcPct val="150000"/>
              </a:lnSpc>
              <a:buNone/>
            </a:pPr>
            <a:endParaRPr lang="en-US" sz="320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መጠመቅ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አለባቸው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ይህም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ለድነት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ወሳኝ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የድርጅቱ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ለመሆኑ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የምናቀርባቸው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ሙግቶች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ከትካች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አጸፋ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መኻል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ዋናዎቹን</a:t>
            </a:r>
            <a:r>
              <a:rPr lang="en-US" sz="2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እነሆ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200000"/>
              </a:lnSpc>
            </a:pPr>
            <a:endParaRPr lang="en-US" sz="2400" dirty="0"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en-US" sz="24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አንደኛ</a:t>
            </a:r>
            <a:r>
              <a:rPr lang="en-US" sz="24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ከላይ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ለማየት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ሞከርነው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የውሃ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ጥምቀት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ለድነት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ወሳኝ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ካልሆነ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እናጥምቅ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ለድነት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ወሳኝ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ሊሆን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አይችልም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</p:txBody>
      </p:sp>
    </p:spTree>
    <p:extLst>
      <p:ext uri="{BB962C8B-B14F-4D97-AF65-F5344CB8AC3E}">
        <p14:creationId xmlns:p14="http://schemas.microsoft.com/office/powerpoint/2010/main" val="335031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64A9C3-2741-FBD0-6B3C-F5C6DDE48CB8}"/>
              </a:ext>
            </a:extLst>
          </p:cNvPr>
          <p:cNvSpPr txBox="1"/>
          <p:nvPr/>
        </p:nvSpPr>
        <p:spPr>
          <a:xfrm>
            <a:off x="0" y="96274"/>
            <a:ext cx="12192000" cy="6684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4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ሁለተኛ</a:t>
            </a:r>
            <a:r>
              <a:rPr lang="en-US" sz="24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ትክክለኛው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የጥምቀት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በወልድና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በመንፈስ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ካልሆነ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ሊሆን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ይችላል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ምክንያቱም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ወጥነት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ያለውና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ልንጠቀምበት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የምንችለው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አንዳችም</a:t>
            </a:r>
            <a:r>
              <a:rPr lang="en-US" sz="2400" b="1" i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የጥምቀት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2÷38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sz="2400" dirty="0">
                <a:effectLst/>
                <a:latin typeface="Gentium"/>
                <a:ea typeface="Times New Roman" panose="02020603050405020304" pitchFamily="18" charset="0"/>
                <a:cs typeface="Times New Roman" panose="02020603050405020304" pitchFamily="18" charset="0"/>
              </a:rPr>
              <a:t>ἐπὶ τῷ ὀνόματι Ἰησοῦ Χριστοῦ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ሲል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8÷16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19÷5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በጌታ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sz="2400" dirty="0">
                <a:effectLst/>
                <a:latin typeface="Gentium"/>
                <a:ea typeface="Times New Roman" panose="02020603050405020304" pitchFamily="18" charset="0"/>
                <a:cs typeface="Times New Roman" panose="02020603050405020304" pitchFamily="18" charset="0"/>
              </a:rPr>
              <a:t>εἰς τὸ ὄνομα τοῦ κυρίου Ἰησοῦ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ይላል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22÷16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ደግሞ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ስሙን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እየጠራህ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sz="2400" dirty="0">
                <a:effectLst/>
                <a:latin typeface="Gentium"/>
                <a:ea typeface="Times New Roman" panose="02020603050405020304" pitchFamily="18" charset="0"/>
                <a:cs typeface="Times New Roman" panose="02020603050405020304" pitchFamily="18" charset="0"/>
              </a:rPr>
              <a:t>ἐπικαλεσάμενος τὸ ὄνομα αὐτοῦ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ይላል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በእነዚህ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ምንባባት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የመስተዋድድ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ልዩነት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በተለይ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ከድርጅቱ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እምነት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አንጻር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ትልቅ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የትርጒም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ልዩነት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እንዳለ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ይሏል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እንግዲያው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ቀመሩ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የድነት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ቅድመ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ሁኔታ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ከሆነ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በየትኛው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ተጠምቀን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እናግኝ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en-US" sz="240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63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66906D-6E10-E2EB-274B-01C28AEB4358}"/>
              </a:ext>
            </a:extLst>
          </p:cNvPr>
          <p:cNvSpPr txBox="1"/>
          <p:nvPr/>
        </p:nvSpPr>
        <p:spPr>
          <a:xfrm>
            <a:off x="373075" y="193806"/>
            <a:ext cx="11675060" cy="514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200000"/>
              </a:lnSpc>
              <a:buNone/>
            </a:pPr>
            <a:r>
              <a:rPr lang="en-US" sz="24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ሦስተኛ</a:t>
            </a:r>
            <a:r>
              <a:rPr lang="en-US" sz="24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ከታሪክ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መጻሕፍት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ቀኖናዊ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ሕግጋትን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አስተምህሮዎችን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ለማውጣት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መሞከር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ከቅዱሳት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መጻሕፍት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የአፈታት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አንጻር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ትክክል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የታሪክ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መጻሕፍት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ተካሄደ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የሚነግሩን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ምንባባት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b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መሆን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እንዳለበት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የሚያስተምሩን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መጻሕፍት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አይደሉምና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ሉቃስ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ለቴዎፍሎስ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የጻፈለት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ታሪካዊ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ዘገባ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1÷1)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ሉቃስ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ለቴዎፍሎስ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የሐዋርያቱን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ገድልና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የመጀመሪያዪቱን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ቤተ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ክርስቲያን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ታሪክ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እንዲያውቅ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የጻፈለት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ጽሑፍ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በታሪኩ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የተከሠቱትን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ክሥተቶች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ተግባራዊ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እንዲያደርጋቸው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የጻፈለት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ሰነድ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</p:txBody>
      </p:sp>
    </p:spTree>
    <p:extLst>
      <p:ext uri="{BB962C8B-B14F-4D97-AF65-F5344CB8AC3E}">
        <p14:creationId xmlns:p14="http://schemas.microsoft.com/office/powerpoint/2010/main" val="166196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938698-5FD8-E173-5AEA-FEF5BCB37DAE}"/>
              </a:ext>
            </a:extLst>
          </p:cNvPr>
          <p:cNvSpPr txBox="1"/>
          <p:nvPr/>
        </p:nvSpPr>
        <p:spPr>
          <a:xfrm>
            <a:off x="0" y="0"/>
            <a:ext cx="12192000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>
              <a:lnSpc>
                <a:spcPct val="200000"/>
              </a:lnSpc>
            </a:pPr>
            <a:r>
              <a:rPr lang="en-US" sz="24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አራተኛ</a:t>
            </a:r>
            <a:r>
              <a:rPr lang="en-US" sz="24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በማቴዎስ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28÷19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የምንመለከተው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የሰዋስው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አወቃቀር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የተለያዩ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(distinct)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አካላት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(persons)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መሆናቸውን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ፍንትው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አድርጎ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የሚያሳይ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ፊት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የሚገኙት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መስተኣምሮች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(definite articles)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የተለያዩ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አካላት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መሆናቸውን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የሚያሳይ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እንግሊዝኛው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ሰዋስው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የኮይኔ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ግሪክ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ሰዋስው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በስሞች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ፊት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የተወሰነ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መስተኣምር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ኖሮ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ስሞቹ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ዐይነት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ሙያ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(case)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ካላቸው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ስሞቹ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የተለያየን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ይወክላሉ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342900" marR="0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black and the white dogs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“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black and white dog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Palatino Linotype" panose="0204050205050503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(“in the name of </a:t>
            </a:r>
            <a:r>
              <a:rPr lang="en-US" sz="2400" u="sng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Father and of </a:t>
            </a:r>
            <a:r>
              <a:rPr lang="en-US" sz="2400" u="sng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and of </a:t>
            </a:r>
            <a:r>
              <a:rPr lang="en-US" sz="2400" u="sng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Holy Spirit”—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l-GR" sz="2400" dirty="0">
                <a:effectLst/>
                <a:latin typeface="Gentium"/>
                <a:ea typeface="Times New Roman" panose="02020603050405020304" pitchFamily="18" charset="0"/>
                <a:cs typeface="Times New Roman" panose="02020603050405020304" pitchFamily="18" charset="0"/>
              </a:rPr>
              <a:t>βαπτίζοντες αὐτοὺς εἰς τὸ ὄνομα τοῦ πατρὸς καὶ τοῦ υἱοῦ καὶ τοῦ ἁγίου πνεύματος</a:t>
            </a:r>
            <a:r>
              <a:rPr lang="en-US" sz="2400" dirty="0">
                <a:effectLst/>
                <a:latin typeface="Gentium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</a:p>
          <a:p>
            <a:pPr marL="0" marR="0">
              <a:buNone/>
            </a:pPr>
            <a:r>
              <a:rPr lang="en-GB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9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00FA05-36D9-EEB4-7191-2949EF93E080}"/>
              </a:ext>
            </a:extLst>
          </p:cNvPr>
          <p:cNvSpPr txBox="1"/>
          <p:nvPr/>
        </p:nvSpPr>
        <p:spPr>
          <a:xfrm>
            <a:off x="0" y="88260"/>
            <a:ext cx="12250522" cy="6684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ስሞች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(names)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መባል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የሰዋስው</a:t>
            </a:r>
            <a:r>
              <a:rPr lang="en-US" sz="24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ሕግ</a:t>
            </a:r>
            <a:r>
              <a:rPr lang="en-US" sz="24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በግሪክ</a:t>
            </a:r>
            <a:r>
              <a:rPr lang="en-US" sz="24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ሰዋስው</a:t>
            </a:r>
            <a:r>
              <a:rPr lang="en-US" sz="24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ድጋፍ</a:t>
            </a:r>
            <a:r>
              <a:rPr lang="en-US" sz="24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የለውም</a:t>
            </a:r>
            <a:r>
              <a:rPr lang="en-US" sz="2400" dirty="0"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።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ወንድና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ሴት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አድርጎ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ፈጠራቸው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ባረካቸውም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ስማቸውንም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በፈጠረበት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አዳም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ብሎ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ጠራቸው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ዘፍጥረት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5÷2)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ወንድና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ሴት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የተፈጠሩት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አዳምና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ሔዋን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ሁለት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የተለያዩ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አካላት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ነጠላ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ወክሎአቸው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እናገኛለን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በምድር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ሳንበተንም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ስማችንን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እናስጠራው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አሉ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ዘፍጥረት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11÷4)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ስማችንን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ስሞቻችንን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አልተጠቀሙም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ከእነርሱም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በኋላ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የምትወልዳቸው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ልጆች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ለአንተ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ይሁኑ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በርስታቸውም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በወንድሞቻቸው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ይጠሩ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ዘፍጥረት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48÷6)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ይላል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በወንድሞቻቸው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ስሞች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አይልም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ከክፉ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ያዳነኝ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መልአክ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እርሱ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እነዚህን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ብላቴኖች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ይባርክ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ስሜም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የአባቶቼ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የአብርሃምና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የይስሐቅም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(name)</a:t>
            </a:r>
            <a:r>
              <a:rPr lang="en-US" sz="24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በእነርሱ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ይጠራ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ዘፍጥረት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÷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</a:p>
        </p:txBody>
      </p:sp>
    </p:spTree>
    <p:extLst>
      <p:ext uri="{BB962C8B-B14F-4D97-AF65-F5344CB8AC3E}">
        <p14:creationId xmlns:p14="http://schemas.microsoft.com/office/powerpoint/2010/main" val="83582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731EDC-7155-64F4-5957-059166ECFCBC}"/>
              </a:ext>
            </a:extLst>
          </p:cNvPr>
          <p:cNvSpPr txBox="1"/>
          <p:nvPr/>
        </p:nvSpPr>
        <p:spPr>
          <a:xfrm>
            <a:off x="0" y="126976"/>
            <a:ext cx="12192000" cy="6637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አምስተኛ</a:t>
            </a:r>
            <a:r>
              <a:rPr lang="en-US" sz="24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የተጠመቁ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በሥጋ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ከአይሁድ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ወገን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የሆኑ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ወይም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የይሁዲን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የተቀበሉ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ናቸው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አይሁዶች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2÷5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÷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18÷1-8)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ሳምራውያን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8÷5:12:16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ሳምራውያን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ቅልቅል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አይሁድ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መሆናቸውን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ይሏል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)፡፡ 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በትውልድ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አሕዛብ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የነበሩ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የይሁዲን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እምነት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የተቀበሉ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10÷12:22:48)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የመጥምቁ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ዮሐንስ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ደቀ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መዛሙርት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19÷1-5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የመጥምቁ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ዮሐንስ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ደቀ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መዛሙርት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አይሁድ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ሆኑ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ይሏል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።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309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F543AD-F416-CED1-E5A2-626EFEC040C4}"/>
              </a:ext>
            </a:extLst>
          </p:cNvPr>
          <p:cNvSpPr txBox="1"/>
          <p:nvPr/>
        </p:nvSpPr>
        <p:spPr>
          <a:xfrm>
            <a:off x="219456" y="733160"/>
            <a:ext cx="11784787" cy="4421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err="1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ስድስተኛ</a:t>
            </a:r>
            <a:r>
              <a:rPr lang="en-US" sz="2400" b="1" dirty="0">
                <a:effectLst/>
                <a:latin typeface="A0 Addis Abeba Unicode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</a:t>
            </a:r>
            <a:r>
              <a:rPr lang="en-US" sz="24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ከመጀመሪያው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ክፍለ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ዘመን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አንሥቶ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እስከ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ሃያኛው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ክፍለ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ዘመን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መጀመሪያ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ድረስ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በምድረ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አሜሪካ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የሐዋርያት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ቤተ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ክርስቲያን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ቈርቋሪዎች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እስከ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ተነሡበት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ዘመን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ድረስ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በታሪክ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የሚታወቅ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ወይም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እንቅስቃሴ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የውሃ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ጥምቀት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አስተምሮም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በዚህ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የጥምቀት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ቀመር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አጥምቆ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የሚያውቅ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አልነበረም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ቢያንስ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ታሪክ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ዐይነት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እንቅስቃሴ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ወይም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ግለሰብ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መከሠቱን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አይነግረንም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505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972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7" baseType="lpstr">
      <vt:lpstr>A0 Addis Abeba Unicode</vt:lpstr>
      <vt:lpstr>Aptos</vt:lpstr>
      <vt:lpstr>Aptos Display</vt:lpstr>
      <vt:lpstr>Arial</vt:lpstr>
      <vt:lpstr>Comic Sans MS</vt:lpstr>
      <vt:lpstr>Courier New</vt:lpstr>
      <vt:lpstr>Ethiopic Abay</vt:lpstr>
      <vt:lpstr>Ethiopic Sadiss Light</vt:lpstr>
      <vt:lpstr>Garamond</vt:lpstr>
      <vt:lpstr>Gentium</vt:lpstr>
      <vt:lpstr>Kiros</vt:lpstr>
      <vt:lpstr>Nyala</vt:lpstr>
      <vt:lpstr>Palatino Linotype</vt:lpstr>
      <vt:lpstr>Power Geez Unicode1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Tesfaye Robele</dc:creator>
  <cp:lastModifiedBy>Dr. Tesfaye Robele</cp:lastModifiedBy>
  <cp:revision>1</cp:revision>
  <dcterms:created xsi:type="dcterms:W3CDTF">2025-12-06T00:03:10Z</dcterms:created>
  <dcterms:modified xsi:type="dcterms:W3CDTF">2025-12-06T01:06:55Z</dcterms:modified>
</cp:coreProperties>
</file>